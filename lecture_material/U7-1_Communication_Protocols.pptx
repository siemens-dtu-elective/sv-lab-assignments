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63" r:id="rId3"/>
    <p:sldId id="353" r:id="rId4"/>
    <p:sldId id="354" r:id="rId5"/>
    <p:sldId id="314" r:id="rId6"/>
    <p:sldId id="317" r:id="rId7"/>
    <p:sldId id="356" r:id="rId8"/>
    <p:sldId id="316" r:id="rId9"/>
    <p:sldId id="360" r:id="rId10"/>
    <p:sldId id="321" r:id="rId11"/>
    <p:sldId id="318" r:id="rId12"/>
    <p:sldId id="361" r:id="rId13"/>
    <p:sldId id="322" r:id="rId14"/>
    <p:sldId id="319" r:id="rId15"/>
    <p:sldId id="362" r:id="rId16"/>
    <p:sldId id="346" r:id="rId17"/>
    <p:sldId id="347" r:id="rId18"/>
    <p:sldId id="357" r:id="rId19"/>
    <p:sldId id="348" r:id="rId20"/>
    <p:sldId id="358" r:id="rId21"/>
    <p:sldId id="320" r:id="rId22"/>
    <p:sldId id="363" r:id="rId23"/>
    <p:sldId id="325" r:id="rId24"/>
    <p:sldId id="323" r:id="rId25"/>
    <p:sldId id="359" r:id="rId26"/>
    <p:sldId id="326" r:id="rId27"/>
    <p:sldId id="364" r:id="rId28"/>
    <p:sldId id="34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68B8D8-415D-4733-9A97-FCC94BF70D9E}" v="95" dt="2026-10-27T14:16:54.9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war, Amit (DI SW EDA IC DVT RD IN QVIP SAV)" userId="81606c36-4062-44db-8075-d8cfceca2c8a" providerId="ADAL" clId="{D73310F5-FC21-496D-A340-40F448C20258}"/>
    <pc:docChg chg="undo custSel addSld delSld modSld sldOrd">
      <pc:chgData name="Tanwar, Amit (DI SW EDA IC DVT RD IN QVIP SAV)" userId="81606c36-4062-44db-8075-d8cfceca2c8a" providerId="ADAL" clId="{D73310F5-FC21-496D-A340-40F448C20258}" dt="2026-10-27T14:17:35.062" v="2156" actId="1076"/>
      <pc:docMkLst>
        <pc:docMk/>
      </pc:docMkLst>
      <pc:sldChg chg="modSp mod">
        <pc:chgData name="Tanwar, Amit (DI SW EDA IC DVT RD IN QVIP SAV)" userId="81606c36-4062-44db-8075-d8cfceca2c8a" providerId="ADAL" clId="{D73310F5-FC21-496D-A340-40F448C20258}" dt="2026-10-25T14:58:39.360" v="100" actId="20577"/>
        <pc:sldMkLst>
          <pc:docMk/>
          <pc:sldMk cId="3348493291" sldId="256"/>
        </pc:sldMkLst>
        <pc:spChg chg="mod">
          <ac:chgData name="Tanwar, Amit (DI SW EDA IC DVT RD IN QVIP SAV)" userId="81606c36-4062-44db-8075-d8cfceca2c8a" providerId="ADAL" clId="{D73310F5-FC21-496D-A340-40F448C20258}" dt="2026-10-25T14:58:10.038" v="49" actId="20577"/>
          <ac:spMkLst>
            <pc:docMk/>
            <pc:sldMk cId="3348493291" sldId="256"/>
            <ac:spMk id="8" creationId="{09DF010D-B282-891B-C624-0BA4AF83485D}"/>
          </ac:spMkLst>
        </pc:spChg>
        <pc:spChg chg="mod">
          <ac:chgData name="Tanwar, Amit (DI SW EDA IC DVT RD IN QVIP SAV)" userId="81606c36-4062-44db-8075-d8cfceca2c8a" providerId="ADAL" clId="{D73310F5-FC21-496D-A340-40F448C20258}" dt="2026-10-25T14:58:39.360" v="100" actId="20577"/>
          <ac:spMkLst>
            <pc:docMk/>
            <pc:sldMk cId="3348493291" sldId="256"/>
            <ac:spMk id="10" creationId="{A4B796C9-E84B-E0B9-81D3-D0F90F9C1486}"/>
          </ac:spMkLst>
        </pc:spChg>
      </pc:sldChg>
      <pc:sldChg chg="modSp mod">
        <pc:chgData name="Tanwar, Amit (DI SW EDA IC DVT RD IN QVIP SAV)" userId="81606c36-4062-44db-8075-d8cfceca2c8a" providerId="ADAL" clId="{D73310F5-FC21-496D-A340-40F448C20258}" dt="2026-10-27T14:04:37.221" v="2069" actId="12"/>
        <pc:sldMkLst>
          <pc:docMk/>
          <pc:sldMk cId="1246188039" sldId="263"/>
        </pc:sldMkLst>
        <pc:spChg chg="mod">
          <ac:chgData name="Tanwar, Amit (DI SW EDA IC DVT RD IN QVIP SAV)" userId="81606c36-4062-44db-8075-d8cfceca2c8a" providerId="ADAL" clId="{D73310F5-FC21-496D-A340-40F448C20258}" dt="2026-10-27T14:04:37.221" v="2069" actId="12"/>
          <ac:spMkLst>
            <pc:docMk/>
            <pc:sldMk cId="1246188039" sldId="263"/>
            <ac:spMk id="2" creationId="{00A6F442-075A-FA7A-7A5D-401BF684E749}"/>
          </ac:spMkLst>
        </pc:spChg>
      </pc:sldChg>
      <pc:sldChg chg="del">
        <pc:chgData name="Tanwar, Amit (DI SW EDA IC DVT RD IN QVIP SAV)" userId="81606c36-4062-44db-8075-d8cfceca2c8a" providerId="ADAL" clId="{D73310F5-FC21-496D-A340-40F448C20258}" dt="2026-10-27T14:03:38.328" v="2061" actId="47"/>
        <pc:sldMkLst>
          <pc:docMk/>
          <pc:sldMk cId="1996366995" sldId="311"/>
        </pc:sldMkLst>
      </pc:sldChg>
      <pc:sldChg chg="addSp delSp modSp mod modAnim">
        <pc:chgData name="Tanwar, Amit (DI SW EDA IC DVT RD IN QVIP SAV)" userId="81606c36-4062-44db-8075-d8cfceca2c8a" providerId="ADAL" clId="{D73310F5-FC21-496D-A340-40F448C20258}" dt="2026-10-27T03:29:56.007" v="1002" actId="20577"/>
        <pc:sldMkLst>
          <pc:docMk/>
          <pc:sldMk cId="3098083841" sldId="314"/>
        </pc:sldMkLst>
        <pc:spChg chg="del">
          <ac:chgData name="Tanwar, Amit (DI SW EDA IC DVT RD IN QVIP SAV)" userId="81606c36-4062-44db-8075-d8cfceca2c8a" providerId="ADAL" clId="{D73310F5-FC21-496D-A340-40F448C20258}" dt="2026-10-26T02:18:02.320" v="362" actId="478"/>
          <ac:spMkLst>
            <pc:docMk/>
            <pc:sldMk cId="3098083841" sldId="314"/>
            <ac:spMk id="2" creationId="{FCA58E0D-5BED-15C2-F565-EB6C8DCE5DD5}"/>
          </ac:spMkLst>
        </pc:spChg>
        <pc:spChg chg="mod">
          <ac:chgData name="Tanwar, Amit (DI SW EDA IC DVT RD IN QVIP SAV)" userId="81606c36-4062-44db-8075-d8cfceca2c8a" providerId="ADAL" clId="{D73310F5-FC21-496D-A340-40F448C20258}" dt="2026-10-27T03:29:56.007" v="1002" actId="20577"/>
          <ac:spMkLst>
            <pc:docMk/>
            <pc:sldMk cId="3098083841" sldId="314"/>
            <ac:spMk id="3" creationId="{C44C1DCC-9B7D-4BB7-831B-3D3FDC653618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6T02:18:05.045" v="363" actId="478"/>
          <ac:spMkLst>
            <pc:docMk/>
            <pc:sldMk cId="3098083841" sldId="314"/>
            <ac:spMk id="5" creationId="{ACBFFDDD-D0EC-3802-3983-30FA0B73459C}"/>
          </ac:spMkLst>
        </pc:spChg>
        <pc:picChg chg="add del mod">
          <ac:chgData name="Tanwar, Amit (DI SW EDA IC DVT RD IN QVIP SAV)" userId="81606c36-4062-44db-8075-d8cfceca2c8a" providerId="ADAL" clId="{D73310F5-FC21-496D-A340-40F448C20258}" dt="2026-10-26T02:18:47.089" v="367" actId="478"/>
          <ac:picMkLst>
            <pc:docMk/>
            <pc:sldMk cId="3098083841" sldId="314"/>
            <ac:picMk id="7" creationId="{7974D5FF-418D-ADFB-F8A5-179A5FD5905B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02:30:45.787" v="558" actId="14100"/>
          <ac:picMkLst>
            <pc:docMk/>
            <pc:sldMk cId="3098083841" sldId="314"/>
            <ac:picMk id="9" creationId="{0D73EB6B-BD63-F743-5C79-28F82407A4FF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02:30:52.671" v="559" actId="14100"/>
          <ac:picMkLst>
            <pc:docMk/>
            <pc:sldMk cId="3098083841" sldId="314"/>
            <ac:picMk id="11" creationId="{E7E28E99-A758-1E28-4EE7-09E1369EEF3A}"/>
          </ac:picMkLst>
        </pc:picChg>
      </pc:sldChg>
      <pc:sldChg chg="addSp delSp modSp del mod ord">
        <pc:chgData name="Tanwar, Amit (DI SW EDA IC DVT RD IN QVIP SAV)" userId="81606c36-4062-44db-8075-d8cfceca2c8a" providerId="ADAL" clId="{D73310F5-FC21-496D-A340-40F448C20258}" dt="2026-10-26T02:16:02.587" v="346" actId="47"/>
        <pc:sldMkLst>
          <pc:docMk/>
          <pc:sldMk cId="2986788322" sldId="315"/>
        </pc:sldMkLst>
        <pc:spChg chg="mod">
          <ac:chgData name="Tanwar, Amit (DI SW EDA IC DVT RD IN QVIP SAV)" userId="81606c36-4062-44db-8075-d8cfceca2c8a" providerId="ADAL" clId="{D73310F5-FC21-496D-A340-40F448C20258}" dt="2026-10-26T01:55:35.136" v="297" actId="20577"/>
          <ac:spMkLst>
            <pc:docMk/>
            <pc:sldMk cId="2986788322" sldId="315"/>
            <ac:spMk id="3" creationId="{7B2614A2-4728-1586-63E0-04781E9892BF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6T02:10:58.025" v="308" actId="478"/>
          <ac:spMkLst>
            <pc:docMk/>
            <pc:sldMk cId="2986788322" sldId="315"/>
            <ac:spMk id="14" creationId="{503ABB01-65E9-A4D0-3E93-732309A52F2D}"/>
          </ac:spMkLst>
        </pc:spChg>
        <pc:picChg chg="add mod">
          <ac:chgData name="Tanwar, Amit (DI SW EDA IC DVT RD IN QVIP SAV)" userId="81606c36-4062-44db-8075-d8cfceca2c8a" providerId="ADAL" clId="{D73310F5-FC21-496D-A340-40F448C20258}" dt="2026-10-26T01:56:04.664" v="299" actId="1076"/>
          <ac:picMkLst>
            <pc:docMk/>
            <pc:sldMk cId="2986788322" sldId="315"/>
            <ac:picMk id="8" creationId="{01C7D1D5-BF3A-FF02-DED9-A73C6560DAE7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01:56:52.601" v="301" actId="1076"/>
          <ac:picMkLst>
            <pc:docMk/>
            <pc:sldMk cId="2986788322" sldId="315"/>
            <ac:picMk id="10" creationId="{D74E7ED3-08B0-3A04-697E-3CBDAFA8E8CB}"/>
          </ac:picMkLst>
        </pc:picChg>
        <pc:picChg chg="add del mod">
          <ac:chgData name="Tanwar, Amit (DI SW EDA IC DVT RD IN QVIP SAV)" userId="81606c36-4062-44db-8075-d8cfceca2c8a" providerId="ADAL" clId="{D73310F5-FC21-496D-A340-40F448C20258}" dt="2026-10-26T02:10:41.597" v="305" actId="478"/>
          <ac:picMkLst>
            <pc:docMk/>
            <pc:sldMk cId="2986788322" sldId="315"/>
            <ac:picMk id="12" creationId="{B828C1A6-70AA-592F-C363-8E513A7BC3A4}"/>
          </ac:picMkLst>
        </pc:picChg>
        <pc:picChg chg="add del mod">
          <ac:chgData name="Tanwar, Amit (DI SW EDA IC DVT RD IN QVIP SAV)" userId="81606c36-4062-44db-8075-d8cfceca2c8a" providerId="ADAL" clId="{D73310F5-FC21-496D-A340-40F448C20258}" dt="2026-10-26T02:11:47.721" v="312" actId="21"/>
          <ac:picMkLst>
            <pc:docMk/>
            <pc:sldMk cId="2986788322" sldId="315"/>
            <ac:picMk id="16" creationId="{98D547DC-B9B6-98B6-7C25-41624569D674}"/>
          </ac:picMkLst>
        </pc:picChg>
      </pc:sldChg>
      <pc:sldChg chg="addSp delSp modSp mod modAnim">
        <pc:chgData name="Tanwar, Amit (DI SW EDA IC DVT RD IN QVIP SAV)" userId="81606c36-4062-44db-8075-d8cfceca2c8a" providerId="ADAL" clId="{D73310F5-FC21-496D-A340-40F448C20258}" dt="2026-10-26T02:38:35.394" v="714" actId="108"/>
        <pc:sldMkLst>
          <pc:docMk/>
          <pc:sldMk cId="818839503" sldId="316"/>
        </pc:sldMkLst>
        <pc:spChg chg="del">
          <ac:chgData name="Tanwar, Amit (DI SW EDA IC DVT RD IN QVIP SAV)" userId="81606c36-4062-44db-8075-d8cfceca2c8a" providerId="ADAL" clId="{D73310F5-FC21-496D-A340-40F448C20258}" dt="2026-10-26T02:36:02.982" v="635" actId="478"/>
          <ac:spMkLst>
            <pc:docMk/>
            <pc:sldMk cId="818839503" sldId="316"/>
            <ac:spMk id="2" creationId="{EF64E866-8F30-8844-7B8E-6BD0C2F63E21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8:13.622" v="713" actId="20577"/>
          <ac:spMkLst>
            <pc:docMk/>
            <pc:sldMk cId="818839503" sldId="316"/>
            <ac:spMk id="3" creationId="{8297B409-BB03-BC8C-B78B-FD3274BE3F0D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6T02:36:05.766" v="636" actId="478"/>
          <ac:spMkLst>
            <pc:docMk/>
            <pc:sldMk cId="818839503" sldId="316"/>
            <ac:spMk id="6" creationId="{D86FD806-F45E-BE82-7A81-011D99D80C96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6:10.052" v="638"/>
          <ac:spMkLst>
            <pc:docMk/>
            <pc:sldMk cId="818839503" sldId="316"/>
            <ac:spMk id="14" creationId="{E2F5583D-7A89-8CC5-E94A-E9BFCFF97C8E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6:10.052" v="638"/>
          <ac:spMkLst>
            <pc:docMk/>
            <pc:sldMk cId="818839503" sldId="316"/>
            <ac:spMk id="16" creationId="{740020A8-DEF0-024D-29BB-2869BFBB649A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6:10.052" v="638"/>
          <ac:spMkLst>
            <pc:docMk/>
            <pc:sldMk cId="818839503" sldId="316"/>
            <ac:spMk id="22" creationId="{42F07FD6-9ACA-B0A4-9E2D-9F9CAFE76724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7:41.011" v="673" actId="108"/>
          <ac:spMkLst>
            <pc:docMk/>
            <pc:sldMk cId="818839503" sldId="316"/>
            <ac:spMk id="25" creationId="{1C05F3FC-FD01-BCDC-4A0C-05D90D2CD324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8:35.394" v="714" actId="108"/>
          <ac:spMkLst>
            <pc:docMk/>
            <pc:sldMk cId="818839503" sldId="316"/>
            <ac:spMk id="26" creationId="{0D95BC71-E092-83E0-A2B3-4725D9D1BDAC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7:34.018" v="672" actId="108"/>
          <ac:spMkLst>
            <pc:docMk/>
            <pc:sldMk cId="818839503" sldId="316"/>
            <ac:spMk id="27" creationId="{A21BF5B4-C604-7172-95EA-3414AF12D813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7:28.160" v="671" actId="108"/>
          <ac:spMkLst>
            <pc:docMk/>
            <pc:sldMk cId="818839503" sldId="316"/>
            <ac:spMk id="28" creationId="{817B365B-4054-11F7-5022-95219F1E1C60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7:18.268" v="670" actId="108"/>
          <ac:spMkLst>
            <pc:docMk/>
            <pc:sldMk cId="818839503" sldId="316"/>
            <ac:spMk id="29" creationId="{9597266B-FB12-FD6A-8156-5487F89D7870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6:10.052" v="638"/>
          <ac:spMkLst>
            <pc:docMk/>
            <pc:sldMk cId="818839503" sldId="316"/>
            <ac:spMk id="33" creationId="{7FE5283A-6EDE-BC8F-692D-65808C22F270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6:10.052" v="638"/>
          <ac:spMkLst>
            <pc:docMk/>
            <pc:sldMk cId="818839503" sldId="316"/>
            <ac:spMk id="36" creationId="{79D15D91-314C-2217-9FED-9C6C14F26FC9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6:10.052" v="638"/>
          <ac:spMkLst>
            <pc:docMk/>
            <pc:sldMk cId="818839503" sldId="316"/>
            <ac:spMk id="37" creationId="{3C349F19-900C-20A8-89FB-AD78124703D3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7:08.024" v="669" actId="20577"/>
          <ac:spMkLst>
            <pc:docMk/>
            <pc:sldMk cId="818839503" sldId="316"/>
            <ac:spMk id="39" creationId="{FFF5F2AC-D901-27EE-047F-60FA671D47B4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6:10.052" v="638"/>
          <ac:spMkLst>
            <pc:docMk/>
            <pc:sldMk cId="818839503" sldId="316"/>
            <ac:spMk id="42" creationId="{FAB13FED-CC50-FEE8-CBE2-901A932251F3}"/>
          </ac:spMkLst>
        </pc:spChg>
        <pc:spChg chg="mod">
          <ac:chgData name="Tanwar, Amit (DI SW EDA IC DVT RD IN QVIP SAV)" userId="81606c36-4062-44db-8075-d8cfceca2c8a" providerId="ADAL" clId="{D73310F5-FC21-496D-A340-40F448C20258}" dt="2026-10-26T02:36:10.052" v="638"/>
          <ac:spMkLst>
            <pc:docMk/>
            <pc:sldMk cId="818839503" sldId="316"/>
            <ac:spMk id="46" creationId="{C160F8B1-92FF-73ED-8ECF-9C119C09EA2B}"/>
          </ac:spMkLst>
        </pc:spChg>
        <pc:grpChg chg="mod">
          <ac:chgData name="Tanwar, Amit (DI SW EDA IC DVT RD IN QVIP SAV)" userId="81606c36-4062-44db-8075-d8cfceca2c8a" providerId="ADAL" clId="{D73310F5-FC21-496D-A340-40F448C20258}" dt="2026-10-26T02:36:21.316" v="639" actId="1076"/>
          <ac:grpSpMkLst>
            <pc:docMk/>
            <pc:sldMk cId="818839503" sldId="316"/>
            <ac:grpSpMk id="7" creationId="{6D00A06C-80FC-473A-AA82-EACC35D3736E}"/>
          </ac:grpSpMkLst>
        </pc:grpChg>
        <pc:picChg chg="del">
          <ac:chgData name="Tanwar, Amit (DI SW EDA IC DVT RD IN QVIP SAV)" userId="81606c36-4062-44db-8075-d8cfceca2c8a" providerId="ADAL" clId="{D73310F5-FC21-496D-A340-40F448C20258}" dt="2026-10-26T02:36:08.260" v="637" actId="478"/>
          <ac:picMkLst>
            <pc:docMk/>
            <pc:sldMk cId="818839503" sldId="316"/>
            <ac:picMk id="5" creationId="{E4A0F47A-8148-F62C-0094-5875B1B1D272}"/>
          </ac:picMkLst>
        </pc:picChg>
      </pc:sldChg>
      <pc:sldChg chg="addSp delSp modSp mod ord modAnim">
        <pc:chgData name="Tanwar, Amit (DI SW EDA IC DVT RD IN QVIP SAV)" userId="81606c36-4062-44db-8075-d8cfceca2c8a" providerId="ADAL" clId="{D73310F5-FC21-496D-A340-40F448C20258}" dt="2026-10-26T16:01:18.712" v="835"/>
        <pc:sldMkLst>
          <pc:docMk/>
          <pc:sldMk cId="1245780835" sldId="317"/>
        </pc:sldMkLst>
        <pc:spChg chg="del">
          <ac:chgData name="Tanwar, Amit (DI SW EDA IC DVT RD IN QVIP SAV)" userId="81606c36-4062-44db-8075-d8cfceca2c8a" providerId="ADAL" clId="{D73310F5-FC21-496D-A340-40F448C20258}" dt="2026-10-26T15:37:04.113" v="759" actId="478"/>
          <ac:spMkLst>
            <pc:docMk/>
            <pc:sldMk cId="1245780835" sldId="317"/>
            <ac:spMk id="2" creationId="{4FAA034C-0CF9-55A0-2E65-E5C6DB4691CC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5:36:58.863" v="758" actId="20577"/>
          <ac:spMkLst>
            <pc:docMk/>
            <pc:sldMk cId="1245780835" sldId="317"/>
            <ac:spMk id="3" creationId="{77C5B59F-65ED-9828-BDCC-D3BA74551508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6T15:37:05.478" v="760" actId="478"/>
          <ac:spMkLst>
            <pc:docMk/>
            <pc:sldMk cId="1245780835" sldId="317"/>
            <ac:spMk id="6" creationId="{01C2CAF1-2B46-D104-BF16-BE9CDA320C51}"/>
          </ac:spMkLst>
        </pc:spChg>
        <pc:picChg chg="del">
          <ac:chgData name="Tanwar, Amit (DI SW EDA IC DVT RD IN QVIP SAV)" userId="81606c36-4062-44db-8075-d8cfceca2c8a" providerId="ADAL" clId="{D73310F5-FC21-496D-A340-40F448C20258}" dt="2026-10-26T15:37:07.800" v="761" actId="478"/>
          <ac:picMkLst>
            <pc:docMk/>
            <pc:sldMk cId="1245780835" sldId="317"/>
            <ac:picMk id="5" creationId="{1B6F1750-2F08-77AA-2289-813BDE61785C}"/>
          </ac:picMkLst>
        </pc:picChg>
        <pc:picChg chg="add del mod">
          <ac:chgData name="Tanwar, Amit (DI SW EDA IC DVT RD IN QVIP SAV)" userId="81606c36-4062-44db-8075-d8cfceca2c8a" providerId="ADAL" clId="{D73310F5-FC21-496D-A340-40F448C20258}" dt="2026-10-26T15:37:51.895" v="764" actId="478"/>
          <ac:picMkLst>
            <pc:docMk/>
            <pc:sldMk cId="1245780835" sldId="317"/>
            <ac:picMk id="8" creationId="{5C8842D3-8F72-41A9-8AD8-A1AF2F519E1C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15:40:24.567" v="774" actId="1076"/>
          <ac:picMkLst>
            <pc:docMk/>
            <pc:sldMk cId="1245780835" sldId="317"/>
            <ac:picMk id="10" creationId="{8D418778-98EC-C211-D59E-D24547C9360D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15:56:52.281" v="821" actId="14100"/>
          <ac:picMkLst>
            <pc:docMk/>
            <pc:sldMk cId="1245780835" sldId="317"/>
            <ac:picMk id="12" creationId="{0285D572-5E42-BF78-C3A4-8319191791C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15:41:13.195" v="794" actId="14100"/>
          <ac:picMkLst>
            <pc:docMk/>
            <pc:sldMk cId="1245780835" sldId="317"/>
            <ac:picMk id="14" creationId="{3C8557AF-D1BE-6183-A112-B60941794C78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15:56:17.037" v="817" actId="14100"/>
          <ac:picMkLst>
            <pc:docMk/>
            <pc:sldMk cId="1245780835" sldId="317"/>
            <ac:picMk id="16" creationId="{AB59774D-FA85-8D13-0942-B593FEF46E87}"/>
          </ac:picMkLst>
        </pc:picChg>
      </pc:sldChg>
      <pc:sldChg chg="addSp delSp modSp mod">
        <pc:chgData name="Tanwar, Amit (DI SW EDA IC DVT RD IN QVIP SAV)" userId="81606c36-4062-44db-8075-d8cfceca2c8a" providerId="ADAL" clId="{D73310F5-FC21-496D-A340-40F448C20258}" dt="2026-10-26T16:43:56.181" v="1000" actId="14100"/>
        <pc:sldMkLst>
          <pc:docMk/>
          <pc:sldMk cId="1049927592" sldId="318"/>
        </pc:sldMkLst>
        <pc:spChg chg="del">
          <ac:chgData name="Tanwar, Amit (DI SW EDA IC DVT RD IN QVIP SAV)" userId="81606c36-4062-44db-8075-d8cfceca2c8a" providerId="ADAL" clId="{D73310F5-FC21-496D-A340-40F448C20258}" dt="2026-10-26T16:40:07.902" v="885" actId="478"/>
          <ac:spMkLst>
            <pc:docMk/>
            <pc:sldMk cId="1049927592" sldId="318"/>
            <ac:spMk id="2" creationId="{1D00C0F6-B231-6870-8B6F-18DC290B2C43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40:34.934" v="948" actId="20577"/>
          <ac:spMkLst>
            <pc:docMk/>
            <pc:sldMk cId="1049927592" sldId="318"/>
            <ac:spMk id="3" creationId="{9F22501A-5908-9872-B232-646FF8CBA04E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6T16:40:11.943" v="886" actId="478"/>
          <ac:spMkLst>
            <pc:docMk/>
            <pc:sldMk cId="1049927592" sldId="318"/>
            <ac:spMk id="5" creationId="{47DBF5A1-718E-7003-C8FC-655CA9469E6D}"/>
          </ac:spMkLst>
        </pc:spChg>
        <pc:picChg chg="add mod">
          <ac:chgData name="Tanwar, Amit (DI SW EDA IC DVT RD IN QVIP SAV)" userId="81606c36-4062-44db-8075-d8cfceca2c8a" providerId="ADAL" clId="{D73310F5-FC21-496D-A340-40F448C20258}" dt="2026-10-26T16:43:56.181" v="1000" actId="14100"/>
          <ac:picMkLst>
            <pc:docMk/>
            <pc:sldMk cId="1049927592" sldId="318"/>
            <ac:picMk id="7" creationId="{C4B67AC7-1C5A-0DA8-496F-E5734BE44473}"/>
          </ac:picMkLst>
        </pc:picChg>
      </pc:sldChg>
      <pc:sldChg chg="addSp delSp modSp mod modAnim">
        <pc:chgData name="Tanwar, Amit (DI SW EDA IC DVT RD IN QVIP SAV)" userId="81606c36-4062-44db-8075-d8cfceca2c8a" providerId="ADAL" clId="{D73310F5-FC21-496D-A340-40F448C20258}" dt="2026-10-27T10:41:09.489" v="1180"/>
        <pc:sldMkLst>
          <pc:docMk/>
          <pc:sldMk cId="2100822660" sldId="319"/>
        </pc:sldMkLst>
        <pc:spChg chg="del">
          <ac:chgData name="Tanwar, Amit (DI SW EDA IC DVT RD IN QVIP SAV)" userId="81606c36-4062-44db-8075-d8cfceca2c8a" providerId="ADAL" clId="{D73310F5-FC21-496D-A340-40F448C20258}" dt="2026-10-27T10:34:13.062" v="1124" actId="478"/>
          <ac:spMkLst>
            <pc:docMk/>
            <pc:sldMk cId="2100822660" sldId="319"/>
            <ac:spMk id="2" creationId="{C82446B3-813D-4B27-7E86-89955B660D57}"/>
          </ac:spMkLst>
        </pc:spChg>
        <pc:spChg chg="mod">
          <ac:chgData name="Tanwar, Amit (DI SW EDA IC DVT RD IN QVIP SAV)" userId="81606c36-4062-44db-8075-d8cfceca2c8a" providerId="ADAL" clId="{D73310F5-FC21-496D-A340-40F448C20258}" dt="2026-10-27T10:34:06.063" v="1122" actId="20577"/>
          <ac:spMkLst>
            <pc:docMk/>
            <pc:sldMk cId="2100822660" sldId="319"/>
            <ac:spMk id="3" creationId="{BE832BFC-B499-F2FB-4DE9-50C5ADBE534C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7T10:34:14.518" v="1125" actId="478"/>
          <ac:spMkLst>
            <pc:docMk/>
            <pc:sldMk cId="2100822660" sldId="319"/>
            <ac:spMk id="6" creationId="{5C7AF42E-A826-B72F-0BDB-249C979CF8D7}"/>
          </ac:spMkLst>
        </pc:spChg>
        <pc:picChg chg="del">
          <ac:chgData name="Tanwar, Amit (DI SW EDA IC DVT RD IN QVIP SAV)" userId="81606c36-4062-44db-8075-d8cfceca2c8a" providerId="ADAL" clId="{D73310F5-FC21-496D-A340-40F448C20258}" dt="2026-10-27T10:34:09.558" v="1123" actId="478"/>
          <ac:picMkLst>
            <pc:docMk/>
            <pc:sldMk cId="2100822660" sldId="319"/>
            <ac:picMk id="5" creationId="{ECA56B6A-E030-7C21-3BA6-3AD3C18ABC89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36:06.642" v="1141" actId="1076"/>
          <ac:picMkLst>
            <pc:docMk/>
            <pc:sldMk cId="2100822660" sldId="319"/>
            <ac:picMk id="8" creationId="{935F91DB-2B4A-450E-5125-351B3A7A7395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36:16.524" v="1145" actId="1076"/>
          <ac:picMkLst>
            <pc:docMk/>
            <pc:sldMk cId="2100822660" sldId="319"/>
            <ac:picMk id="10" creationId="{57BDD489-3EBD-B3F7-633E-1A5B21DD6E6C}"/>
          </ac:picMkLst>
        </pc:picChg>
        <pc:picChg chg="add del">
          <ac:chgData name="Tanwar, Amit (DI SW EDA IC DVT RD IN QVIP SAV)" userId="81606c36-4062-44db-8075-d8cfceca2c8a" providerId="ADAL" clId="{D73310F5-FC21-496D-A340-40F448C20258}" dt="2026-10-27T10:35:44.841" v="1136" actId="22"/>
          <ac:picMkLst>
            <pc:docMk/>
            <pc:sldMk cId="2100822660" sldId="319"/>
            <ac:picMk id="12" creationId="{6FBAD5BE-D8CD-9E5F-3F6B-AF04E5F48CDE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36:29.560" v="1150" actId="14100"/>
          <ac:picMkLst>
            <pc:docMk/>
            <pc:sldMk cId="2100822660" sldId="319"/>
            <ac:picMk id="14" creationId="{D8C5DCBB-B437-7F43-F9A1-65DD8B2C3087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38:17.634" v="1157" actId="1076"/>
          <ac:picMkLst>
            <pc:docMk/>
            <pc:sldMk cId="2100822660" sldId="319"/>
            <ac:picMk id="16" creationId="{DFD88C43-FEC4-066D-9F97-6C13D1A630F3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38:39.465" v="1159" actId="1076"/>
          <ac:picMkLst>
            <pc:docMk/>
            <pc:sldMk cId="2100822660" sldId="319"/>
            <ac:picMk id="18" creationId="{8BDE6FEE-3D7E-791D-E343-26B510B09894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39:07.636" v="1165" actId="1076"/>
          <ac:picMkLst>
            <pc:docMk/>
            <pc:sldMk cId="2100822660" sldId="319"/>
            <ac:picMk id="20" creationId="{DF685234-102E-666D-A600-1AA42F5C0C45}"/>
          </ac:picMkLst>
        </pc:picChg>
        <pc:picChg chg="add del mod">
          <ac:chgData name="Tanwar, Amit (DI SW EDA IC DVT RD IN QVIP SAV)" userId="81606c36-4062-44db-8075-d8cfceca2c8a" providerId="ADAL" clId="{D73310F5-FC21-496D-A340-40F448C20258}" dt="2026-10-27T10:40:42.762" v="1176" actId="478"/>
          <ac:picMkLst>
            <pc:docMk/>
            <pc:sldMk cId="2100822660" sldId="319"/>
            <ac:picMk id="22" creationId="{42FB4181-C2DD-CC10-C064-F693C471E93D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41:03.154" v="1179" actId="1076"/>
          <ac:picMkLst>
            <pc:docMk/>
            <pc:sldMk cId="2100822660" sldId="319"/>
            <ac:picMk id="24" creationId="{80C8EB15-4DF6-B1D8-FC06-2216C780FE92}"/>
          </ac:picMkLst>
        </pc:picChg>
      </pc:sldChg>
      <pc:sldChg chg="addSp delSp modSp mod modAnim">
        <pc:chgData name="Tanwar, Amit (DI SW EDA IC DVT RD IN QVIP SAV)" userId="81606c36-4062-44db-8075-d8cfceca2c8a" providerId="ADAL" clId="{D73310F5-FC21-496D-A340-40F448C20258}" dt="2026-10-27T11:12:33.558" v="1739"/>
        <pc:sldMkLst>
          <pc:docMk/>
          <pc:sldMk cId="2726780732" sldId="320"/>
        </pc:sldMkLst>
        <pc:spChg chg="del">
          <ac:chgData name="Tanwar, Amit (DI SW EDA IC DVT RD IN QVIP SAV)" userId="81606c36-4062-44db-8075-d8cfceca2c8a" providerId="ADAL" clId="{D73310F5-FC21-496D-A340-40F448C20258}" dt="2026-10-27T11:11:51.647" v="1730" actId="478"/>
          <ac:spMkLst>
            <pc:docMk/>
            <pc:sldMk cId="2726780732" sldId="320"/>
            <ac:spMk id="2" creationId="{78FDFC4D-E942-B0D1-817A-BFF14D31C46D}"/>
          </ac:spMkLst>
        </pc:spChg>
        <pc:spChg chg="mod">
          <ac:chgData name="Tanwar, Amit (DI SW EDA IC DVT RD IN QVIP SAV)" userId="81606c36-4062-44db-8075-d8cfceca2c8a" providerId="ADAL" clId="{D73310F5-FC21-496D-A340-40F448C20258}" dt="2026-10-27T11:11:48.642" v="1729" actId="20577"/>
          <ac:spMkLst>
            <pc:docMk/>
            <pc:sldMk cId="2726780732" sldId="320"/>
            <ac:spMk id="3" creationId="{F1C67159-A632-9C15-5760-EE694406C307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7T11:11:53.057" v="1731" actId="478"/>
          <ac:spMkLst>
            <pc:docMk/>
            <pc:sldMk cId="2726780732" sldId="320"/>
            <ac:spMk id="5" creationId="{6C9A058D-5151-C5C7-F365-0C95CED3C007}"/>
          </ac:spMkLst>
        </pc:spChg>
        <pc:picChg chg="add mod">
          <ac:chgData name="Tanwar, Amit (DI SW EDA IC DVT RD IN QVIP SAV)" userId="81606c36-4062-44db-8075-d8cfceca2c8a" providerId="ADAL" clId="{D73310F5-FC21-496D-A340-40F448C20258}" dt="2026-10-27T11:12:06.854" v="1734" actId="1076"/>
          <ac:picMkLst>
            <pc:docMk/>
            <pc:sldMk cId="2726780732" sldId="320"/>
            <ac:picMk id="7" creationId="{CB564C0A-B5FB-1731-B50F-DDE95F2EC95F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12:25.877" v="1737" actId="14100"/>
          <ac:picMkLst>
            <pc:docMk/>
            <pc:sldMk cId="2726780732" sldId="320"/>
            <ac:picMk id="9" creationId="{81C3C599-0F79-6F96-7C6D-CB134AE5918B}"/>
          </ac:picMkLst>
        </pc:picChg>
      </pc:sldChg>
      <pc:sldChg chg="addSp delSp modSp mod delAnim modAnim">
        <pc:chgData name="Tanwar, Amit (DI SW EDA IC DVT RD IN QVIP SAV)" userId="81606c36-4062-44db-8075-d8cfceca2c8a" providerId="ADAL" clId="{D73310F5-FC21-496D-A340-40F448C20258}" dt="2026-10-26T16:42:31.224" v="996" actId="20577"/>
        <pc:sldMkLst>
          <pc:docMk/>
          <pc:sldMk cId="1458965602" sldId="321"/>
        </pc:sldMkLst>
        <pc:spChg chg="del">
          <ac:chgData name="Tanwar, Amit (DI SW EDA IC DVT RD IN QVIP SAV)" userId="81606c36-4062-44db-8075-d8cfceca2c8a" providerId="ADAL" clId="{D73310F5-FC21-496D-A340-40F448C20258}" dt="2026-10-26T16:12:55.165" v="837" actId="478"/>
          <ac:spMkLst>
            <pc:docMk/>
            <pc:sldMk cId="1458965602" sldId="321"/>
            <ac:spMk id="2" creationId="{56AEB8C9-FA8D-C153-166A-C574712CA6E7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42:31.224" v="996" actId="20577"/>
          <ac:spMkLst>
            <pc:docMk/>
            <pc:sldMk cId="1458965602" sldId="321"/>
            <ac:spMk id="3" creationId="{35AE4AE6-E314-6551-9A85-2CFE5FF3BBB6}"/>
          </ac:spMkLst>
        </pc:spChg>
        <pc:spChg chg="del">
          <ac:chgData name="Tanwar, Amit (DI SW EDA IC DVT RD IN QVIP SAV)" userId="81606c36-4062-44db-8075-d8cfceca2c8a" providerId="ADAL" clId="{D73310F5-FC21-496D-A340-40F448C20258}" dt="2026-10-26T16:12:55.165" v="837" actId="478"/>
          <ac:spMkLst>
            <pc:docMk/>
            <pc:sldMk cId="1458965602" sldId="321"/>
            <ac:spMk id="5" creationId="{131B3162-77BE-4D76-64BD-29D40959EFEF}"/>
          </ac:spMkLst>
        </pc:spChg>
        <pc:spChg chg="del">
          <ac:chgData name="Tanwar, Amit (DI SW EDA IC DVT RD IN QVIP SAV)" userId="81606c36-4062-44db-8075-d8cfceca2c8a" providerId="ADAL" clId="{D73310F5-FC21-496D-A340-40F448C20258}" dt="2026-10-26T16:12:55.165" v="837" actId="478"/>
          <ac:spMkLst>
            <pc:docMk/>
            <pc:sldMk cId="1458965602" sldId="321"/>
            <ac:spMk id="6" creationId="{8240E286-BFEE-8580-5437-F3AA8BE17CAF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6T16:12:58.741" v="838" actId="478"/>
          <ac:spMkLst>
            <pc:docMk/>
            <pc:sldMk cId="1458965602" sldId="321"/>
            <ac:spMk id="8" creationId="{A2C704DF-D6F2-1B4C-4606-A4E22F2CE60A}"/>
          </ac:spMkLst>
        </pc:spChg>
        <pc:spChg chg="del">
          <ac:chgData name="Tanwar, Amit (DI SW EDA IC DVT RD IN QVIP SAV)" userId="81606c36-4062-44db-8075-d8cfceca2c8a" providerId="ADAL" clId="{D73310F5-FC21-496D-A340-40F448C20258}" dt="2026-10-26T16:35:51.856" v="849" actId="478"/>
          <ac:spMkLst>
            <pc:docMk/>
            <pc:sldMk cId="1458965602" sldId="321"/>
            <ac:spMk id="11" creationId="{03296BD5-19AF-0481-22C2-0C39E4258880}"/>
          </ac:spMkLst>
        </pc:spChg>
        <pc:spChg chg="del">
          <ac:chgData name="Tanwar, Amit (DI SW EDA IC DVT RD IN QVIP SAV)" userId="81606c36-4062-44db-8075-d8cfceca2c8a" providerId="ADAL" clId="{D73310F5-FC21-496D-A340-40F448C20258}" dt="2026-10-26T16:35:51.856" v="849" actId="478"/>
          <ac:spMkLst>
            <pc:docMk/>
            <pc:sldMk cId="1458965602" sldId="321"/>
            <ac:spMk id="12" creationId="{C536EC8B-5DAF-6199-E842-CE43FCAE70B3}"/>
          </ac:spMkLst>
        </pc:spChg>
        <pc:spChg chg="del">
          <ac:chgData name="Tanwar, Amit (DI SW EDA IC DVT RD IN QVIP SAV)" userId="81606c36-4062-44db-8075-d8cfceca2c8a" providerId="ADAL" clId="{D73310F5-FC21-496D-A340-40F448C20258}" dt="2026-10-26T16:35:51.856" v="849" actId="478"/>
          <ac:spMkLst>
            <pc:docMk/>
            <pc:sldMk cId="1458965602" sldId="321"/>
            <ac:spMk id="13" creationId="{557CD8A5-965E-B801-67B1-94590E645332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18:28.411" v="843"/>
          <ac:spMkLst>
            <pc:docMk/>
            <pc:sldMk cId="1458965602" sldId="321"/>
            <ac:spMk id="35" creationId="{249D774E-9F07-72D5-E709-6EEC34010E5B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18:28.411" v="843"/>
          <ac:spMkLst>
            <pc:docMk/>
            <pc:sldMk cId="1458965602" sldId="321"/>
            <ac:spMk id="52" creationId="{884CF2E3-A450-29C5-928A-3FD1BB045728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6T16:35:56.655" v="850" actId="478"/>
          <ac:spMkLst>
            <pc:docMk/>
            <pc:sldMk cId="1458965602" sldId="321"/>
            <ac:spMk id="68" creationId="{36153500-5BE7-56EA-38A4-FFE452BBB007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18:28.411" v="843"/>
          <ac:spMkLst>
            <pc:docMk/>
            <pc:sldMk cId="1458965602" sldId="321"/>
            <ac:spMk id="72" creationId="{7869D9B5-60F1-2FAB-240A-32E2619C96EA}"/>
          </ac:spMkLst>
        </pc:spChg>
        <pc:spChg chg="add del">
          <ac:chgData name="Tanwar, Amit (DI SW EDA IC DVT RD IN QVIP SAV)" userId="81606c36-4062-44db-8075-d8cfceca2c8a" providerId="ADAL" clId="{D73310F5-FC21-496D-A340-40F448C20258}" dt="2026-10-26T16:18:56.010" v="845" actId="478"/>
          <ac:spMkLst>
            <pc:docMk/>
            <pc:sldMk cId="1458965602" sldId="321"/>
            <ac:spMk id="74" creationId="{53D20BFC-CA44-687F-EE94-73D7A1B6B282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18:28.411" v="843"/>
          <ac:spMkLst>
            <pc:docMk/>
            <pc:sldMk cId="1458965602" sldId="321"/>
            <ac:spMk id="87" creationId="{7AEFAE0C-E119-28B4-F1FB-F66CBB6C1586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18:28.411" v="843"/>
          <ac:spMkLst>
            <pc:docMk/>
            <pc:sldMk cId="1458965602" sldId="321"/>
            <ac:spMk id="108" creationId="{D54FA08B-FDF4-A7CF-6474-CC16C629F956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18:28.411" v="843"/>
          <ac:spMkLst>
            <pc:docMk/>
            <pc:sldMk cId="1458965602" sldId="321"/>
            <ac:spMk id="123" creationId="{C09E17DF-61C8-A010-D1BA-A091125352F8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18:28.411" v="843"/>
          <ac:spMkLst>
            <pc:docMk/>
            <pc:sldMk cId="1458965602" sldId="321"/>
            <ac:spMk id="128" creationId="{5D83C742-7233-BE30-4EA2-44AA3ECFDB17}"/>
          </ac:spMkLst>
        </pc:spChg>
        <pc:spChg chg="add del">
          <ac:chgData name="Tanwar, Amit (DI SW EDA IC DVT RD IN QVIP SAV)" userId="81606c36-4062-44db-8075-d8cfceca2c8a" providerId="ADAL" clId="{D73310F5-FC21-496D-A340-40F448C20258}" dt="2026-10-26T16:20:32.560" v="847" actId="478"/>
          <ac:spMkLst>
            <pc:docMk/>
            <pc:sldMk cId="1458965602" sldId="321"/>
            <ac:spMk id="131" creationId="{37E6A02B-3DFD-5EDC-14C9-C9C7FCE9CF17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18:28.411" v="843"/>
          <ac:spMkLst>
            <pc:docMk/>
            <pc:sldMk cId="1458965602" sldId="321"/>
            <ac:spMk id="183" creationId="{C4DFBF35-B17B-CE4A-B5E3-6B0C1477E572}"/>
          </ac:spMkLst>
        </pc:spChg>
        <pc:spChg chg="mod">
          <ac:chgData name="Tanwar, Amit (DI SW EDA IC DVT RD IN QVIP SAV)" userId="81606c36-4062-44db-8075-d8cfceca2c8a" providerId="ADAL" clId="{D73310F5-FC21-496D-A340-40F448C20258}" dt="2026-10-26T16:18:28.411" v="843"/>
          <ac:spMkLst>
            <pc:docMk/>
            <pc:sldMk cId="1458965602" sldId="321"/>
            <ac:spMk id="190" creationId="{1EF4ED1A-FD58-2D4D-36BD-4ED62D776C70}"/>
          </ac:spMkLst>
        </pc:spChg>
        <pc:grpChg chg="del">
          <ac:chgData name="Tanwar, Amit (DI SW EDA IC DVT RD IN QVIP SAV)" userId="81606c36-4062-44db-8075-d8cfceca2c8a" providerId="ADAL" clId="{D73310F5-FC21-496D-A340-40F448C20258}" dt="2026-10-26T16:35:46.591" v="848" actId="478"/>
          <ac:grpSpMkLst>
            <pc:docMk/>
            <pc:sldMk cId="1458965602" sldId="321"/>
            <ac:grpSpMk id="14" creationId="{9987A229-9795-31CF-03E8-9BC34F0E47AB}"/>
          </ac:grpSpMkLst>
        </pc:grpChg>
        <pc:grpChg chg="del">
          <ac:chgData name="Tanwar, Amit (DI SW EDA IC DVT RD IN QVIP SAV)" userId="81606c36-4062-44db-8075-d8cfceca2c8a" providerId="ADAL" clId="{D73310F5-FC21-496D-A340-40F448C20258}" dt="2026-10-26T16:35:51.856" v="849" actId="478"/>
          <ac:grpSpMkLst>
            <pc:docMk/>
            <pc:sldMk cId="1458965602" sldId="321"/>
            <ac:grpSpMk id="69" creationId="{6217E2E1-92F8-D63D-571E-5B84437030E7}"/>
          </ac:grpSpMkLst>
        </pc:grpChg>
        <pc:grpChg chg="del">
          <ac:chgData name="Tanwar, Amit (DI SW EDA IC DVT RD IN QVIP SAV)" userId="81606c36-4062-44db-8075-d8cfceca2c8a" providerId="ADAL" clId="{D73310F5-FC21-496D-A340-40F448C20258}" dt="2026-10-26T16:35:51.856" v="849" actId="478"/>
          <ac:grpSpMkLst>
            <pc:docMk/>
            <pc:sldMk cId="1458965602" sldId="321"/>
            <ac:grpSpMk id="110" creationId="{9DCDF861-15B7-5B18-AF00-D3531DF64C0F}"/>
          </ac:grpSpMkLst>
        </pc:grpChg>
        <pc:grpChg chg="del">
          <ac:chgData name="Tanwar, Amit (DI SW EDA IC DVT RD IN QVIP SAV)" userId="81606c36-4062-44db-8075-d8cfceca2c8a" providerId="ADAL" clId="{D73310F5-FC21-496D-A340-40F448C20258}" dt="2026-10-26T16:35:51.856" v="849" actId="478"/>
          <ac:grpSpMkLst>
            <pc:docMk/>
            <pc:sldMk cId="1458965602" sldId="321"/>
            <ac:grpSpMk id="139" creationId="{C2673952-60C8-3AEE-2C78-EDE04771F230}"/>
          </ac:grpSpMkLst>
        </pc:grpChg>
        <pc:grpChg chg="del">
          <ac:chgData name="Tanwar, Amit (DI SW EDA IC DVT RD IN QVIP SAV)" userId="81606c36-4062-44db-8075-d8cfceca2c8a" providerId="ADAL" clId="{D73310F5-FC21-496D-A340-40F448C20258}" dt="2026-10-26T16:35:59.225" v="851" actId="478"/>
          <ac:grpSpMkLst>
            <pc:docMk/>
            <pc:sldMk cId="1458965602" sldId="321"/>
            <ac:grpSpMk id="180" creationId="{588BA909-7E28-FB31-013D-C97531F288D5}"/>
          </ac:grpSpMkLst>
        </pc:grpChg>
        <pc:grpChg chg="del">
          <ac:chgData name="Tanwar, Amit (DI SW EDA IC DVT RD IN QVIP SAV)" userId="81606c36-4062-44db-8075-d8cfceca2c8a" providerId="ADAL" clId="{D73310F5-FC21-496D-A340-40F448C20258}" dt="2026-10-26T16:35:51.856" v="849" actId="478"/>
          <ac:grpSpMkLst>
            <pc:docMk/>
            <pc:sldMk cId="1458965602" sldId="321"/>
            <ac:grpSpMk id="196" creationId="{F62ACA08-D0E4-2818-0044-5EE6DECDDF95}"/>
          </ac:grpSpMkLst>
        </pc:grpChg>
        <pc:picChg chg="del">
          <ac:chgData name="Tanwar, Amit (DI SW EDA IC DVT RD IN QVIP SAV)" userId="81606c36-4062-44db-8075-d8cfceca2c8a" providerId="ADAL" clId="{D73310F5-FC21-496D-A340-40F448C20258}" dt="2026-10-26T16:12:55.165" v="837" actId="478"/>
          <ac:picMkLst>
            <pc:docMk/>
            <pc:sldMk cId="1458965602" sldId="321"/>
            <ac:picMk id="4" creationId="{87195359-403A-3D01-9D78-3A3C6AC1E41E}"/>
          </ac:picMkLst>
        </pc:picChg>
        <pc:picChg chg="add del mod">
          <ac:chgData name="Tanwar, Amit (DI SW EDA IC DVT RD IN QVIP SAV)" userId="81606c36-4062-44db-8075-d8cfceca2c8a" providerId="ADAL" clId="{D73310F5-FC21-496D-A340-40F448C20258}" dt="2026-10-26T16:18:27.403" v="842" actId="478"/>
          <ac:picMkLst>
            <pc:docMk/>
            <pc:sldMk cId="1458965602" sldId="321"/>
            <ac:picMk id="10" creationId="{1F43ED9E-9DAA-B3E6-066A-77FC1E4ED0B5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16:36:28.647" v="856" actId="14100"/>
          <ac:picMkLst>
            <pc:docMk/>
            <pc:sldMk cId="1458965602" sldId="321"/>
            <ac:picMk id="215" creationId="{A9BC9B84-9EC9-73B8-AA58-99C4D8E6BD58}"/>
          </ac:picMkLst>
        </pc:picChg>
        <pc:cxnChg chg="del">
          <ac:chgData name="Tanwar, Amit (DI SW EDA IC DVT RD IN QVIP SAV)" userId="81606c36-4062-44db-8075-d8cfceca2c8a" providerId="ADAL" clId="{D73310F5-FC21-496D-A340-40F448C20258}" dt="2026-10-26T16:35:51.856" v="849" actId="478"/>
          <ac:cxnSpMkLst>
            <pc:docMk/>
            <pc:sldMk cId="1458965602" sldId="321"/>
            <ac:cxnSpMk id="211" creationId="{E4D58441-5236-E13D-7E1F-74AD178AE931}"/>
          </ac:cxnSpMkLst>
        </pc:cxnChg>
        <pc:cxnChg chg="del">
          <ac:chgData name="Tanwar, Amit (DI SW EDA IC DVT RD IN QVIP SAV)" userId="81606c36-4062-44db-8075-d8cfceca2c8a" providerId="ADAL" clId="{D73310F5-FC21-496D-A340-40F448C20258}" dt="2026-10-26T16:35:51.856" v="849" actId="478"/>
          <ac:cxnSpMkLst>
            <pc:docMk/>
            <pc:sldMk cId="1458965602" sldId="321"/>
            <ac:cxnSpMk id="212" creationId="{17C1CCFC-91DC-DC29-AA3D-826805E82ABC}"/>
          </ac:cxnSpMkLst>
        </pc:cxnChg>
        <pc:cxnChg chg="del">
          <ac:chgData name="Tanwar, Amit (DI SW EDA IC DVT RD IN QVIP SAV)" userId="81606c36-4062-44db-8075-d8cfceca2c8a" providerId="ADAL" clId="{D73310F5-FC21-496D-A340-40F448C20258}" dt="2026-10-26T16:35:51.856" v="849" actId="478"/>
          <ac:cxnSpMkLst>
            <pc:docMk/>
            <pc:sldMk cId="1458965602" sldId="321"/>
            <ac:cxnSpMk id="213" creationId="{7A186964-7E1A-4877-4E39-A65FA3241FCF}"/>
          </ac:cxnSpMkLst>
        </pc:cxnChg>
      </pc:sldChg>
      <pc:sldChg chg="addSp delSp modSp mod modAnim">
        <pc:chgData name="Tanwar, Amit (DI SW EDA IC DVT RD IN QVIP SAV)" userId="81606c36-4062-44db-8075-d8cfceca2c8a" providerId="ADAL" clId="{D73310F5-FC21-496D-A340-40F448C20258}" dt="2026-10-27T10:33:11.239" v="1082"/>
        <pc:sldMkLst>
          <pc:docMk/>
          <pc:sldMk cId="684708941" sldId="322"/>
        </pc:sldMkLst>
        <pc:spChg chg="del">
          <ac:chgData name="Tanwar, Amit (DI SW EDA IC DVT RD IN QVIP SAV)" userId="81606c36-4062-44db-8075-d8cfceca2c8a" providerId="ADAL" clId="{D73310F5-FC21-496D-A340-40F448C20258}" dt="2026-10-27T10:31:03.549" v="1060" actId="478"/>
          <ac:spMkLst>
            <pc:docMk/>
            <pc:sldMk cId="684708941" sldId="322"/>
            <ac:spMk id="2" creationId="{9BDEE49C-A0FE-9B6A-5963-4138895BA250}"/>
          </ac:spMkLst>
        </pc:spChg>
        <pc:spChg chg="mod">
          <ac:chgData name="Tanwar, Amit (DI SW EDA IC DVT RD IN QVIP SAV)" userId="81606c36-4062-44db-8075-d8cfceca2c8a" providerId="ADAL" clId="{D73310F5-FC21-496D-A340-40F448C20258}" dt="2026-10-27T10:31:23.458" v="1068" actId="20577"/>
          <ac:spMkLst>
            <pc:docMk/>
            <pc:sldMk cId="684708941" sldId="322"/>
            <ac:spMk id="3" creationId="{F4096E6D-EF6D-6289-2053-2B8C4BA40C58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0:31:10.242" v="1062" actId="478"/>
          <ac:spMkLst>
            <pc:docMk/>
            <pc:sldMk cId="684708941" sldId="322"/>
            <ac:spMk id="4" creationId="{0C809ABA-B068-F621-E819-62599286E6CF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7T10:31:06.841" v="1061" actId="478"/>
          <ac:spMkLst>
            <pc:docMk/>
            <pc:sldMk cId="684708941" sldId="322"/>
            <ac:spMk id="8" creationId="{693C9D7A-18CA-C3DA-3AFA-3936C7E1C7EB}"/>
          </ac:spMkLst>
        </pc:spChg>
        <pc:picChg chg="del">
          <ac:chgData name="Tanwar, Amit (DI SW EDA IC DVT RD IN QVIP SAV)" userId="81606c36-4062-44db-8075-d8cfceca2c8a" providerId="ADAL" clId="{D73310F5-FC21-496D-A340-40F448C20258}" dt="2026-10-27T10:31:10.242" v="1062" actId="478"/>
          <ac:picMkLst>
            <pc:docMk/>
            <pc:sldMk cId="684708941" sldId="322"/>
            <ac:picMk id="5" creationId="{4B8FC480-2F4D-1AFC-E398-27E608D0C72D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0:31:10.242" v="1062" actId="478"/>
          <ac:picMkLst>
            <pc:docMk/>
            <pc:sldMk cId="684708941" sldId="322"/>
            <ac:picMk id="7" creationId="{B4A01D95-B5A0-2970-2084-EFA5D19D9EA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31:59.879" v="1073" actId="1076"/>
          <ac:picMkLst>
            <pc:docMk/>
            <pc:sldMk cId="684708941" sldId="322"/>
            <ac:picMk id="10" creationId="{D916917D-C525-22F8-BEF9-D136FB3ECC4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32:21.519" v="1075" actId="1076"/>
          <ac:picMkLst>
            <pc:docMk/>
            <pc:sldMk cId="684708941" sldId="322"/>
            <ac:picMk id="12" creationId="{FE5D7E61-6D0D-34BE-2F7D-A681B891490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32:57.508" v="1079" actId="1076"/>
          <ac:picMkLst>
            <pc:docMk/>
            <pc:sldMk cId="684708941" sldId="322"/>
            <ac:picMk id="14" creationId="{6F9F3918-C1B1-141C-9159-87F15C329108}"/>
          </ac:picMkLst>
        </pc:picChg>
      </pc:sldChg>
      <pc:sldChg chg="addSp delSp modSp mod modAnim">
        <pc:chgData name="Tanwar, Amit (DI SW EDA IC DVT RD IN QVIP SAV)" userId="81606c36-4062-44db-8075-d8cfceca2c8a" providerId="ADAL" clId="{D73310F5-FC21-496D-A340-40F448C20258}" dt="2026-10-27T13:49:58.800" v="1934"/>
        <pc:sldMkLst>
          <pc:docMk/>
          <pc:sldMk cId="472886795" sldId="323"/>
        </pc:sldMkLst>
        <pc:spChg chg="mod">
          <ac:chgData name="Tanwar, Amit (DI SW EDA IC DVT RD IN QVIP SAV)" userId="81606c36-4062-44db-8075-d8cfceca2c8a" providerId="ADAL" clId="{D73310F5-FC21-496D-A340-40F448C20258}" dt="2026-10-27T11:17:30.720" v="1827" actId="20577"/>
          <ac:spMkLst>
            <pc:docMk/>
            <pc:sldMk cId="472886795" sldId="323"/>
            <ac:spMk id="3" creationId="{99034D6E-8723-0E3C-EBFD-6EC94BCAE5DD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17:39.489" v="1828" actId="478"/>
          <ac:spMkLst>
            <pc:docMk/>
            <pc:sldMk cId="472886795" sldId="323"/>
            <ac:spMk id="5" creationId="{6A918C36-B318-6239-A06E-6376C4DA05EB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17:39.489" v="1828" actId="478"/>
          <ac:spMkLst>
            <pc:docMk/>
            <pc:sldMk cId="472886795" sldId="323"/>
            <ac:spMk id="9" creationId="{F311EDBF-9F1A-707A-1ACB-448517B0CFDF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17:39.489" v="1828" actId="478"/>
          <ac:spMkLst>
            <pc:docMk/>
            <pc:sldMk cId="472886795" sldId="323"/>
            <ac:spMk id="11" creationId="{887B379C-41C5-9017-AC78-BC809C246891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17:39.489" v="1828" actId="478"/>
          <ac:spMkLst>
            <pc:docMk/>
            <pc:sldMk cId="472886795" sldId="323"/>
            <ac:spMk id="13" creationId="{65F016A5-8AA8-7BA7-9977-2E8EB4599D1D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17:39.489" v="1828" actId="478"/>
          <ac:spMkLst>
            <pc:docMk/>
            <pc:sldMk cId="472886795" sldId="323"/>
            <ac:spMk id="17" creationId="{00D388E8-7945-9469-F076-D9D37D258155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17:39.489" v="1828" actId="478"/>
          <ac:spMkLst>
            <pc:docMk/>
            <pc:sldMk cId="472886795" sldId="323"/>
            <ac:spMk id="19" creationId="{CE57CD4C-FCD9-E0E2-5E7B-E7FD58EA3BE0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17:39.489" v="1828" actId="478"/>
          <ac:spMkLst>
            <pc:docMk/>
            <pc:sldMk cId="472886795" sldId="323"/>
            <ac:spMk id="21" creationId="{74A2288D-D1A2-CBF0-9ADE-FF704BDF9F31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17:39.489" v="1828" actId="478"/>
          <ac:spMkLst>
            <pc:docMk/>
            <pc:sldMk cId="472886795" sldId="323"/>
            <ac:spMk id="23" creationId="{872E53EC-AEA9-A11A-FB5B-55F83A41059C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17:39.489" v="1828" actId="478"/>
          <ac:spMkLst>
            <pc:docMk/>
            <pc:sldMk cId="472886795" sldId="323"/>
            <ac:spMk id="25" creationId="{FC512CAB-7E06-6419-10D9-83B9C27E6124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17:39.489" v="1828" actId="478"/>
          <ac:spMkLst>
            <pc:docMk/>
            <pc:sldMk cId="472886795" sldId="323"/>
            <ac:spMk id="32" creationId="{3F28D291-C768-3F82-544D-AD437B2F1433}"/>
          </ac:spMkLst>
        </pc:spChg>
        <pc:picChg chg="add mod">
          <ac:chgData name="Tanwar, Amit (DI SW EDA IC DVT RD IN QVIP SAV)" userId="81606c36-4062-44db-8075-d8cfceca2c8a" providerId="ADAL" clId="{D73310F5-FC21-496D-A340-40F448C20258}" dt="2026-10-27T11:18:40.513" v="1840" actId="14100"/>
          <ac:picMkLst>
            <pc:docMk/>
            <pc:sldMk cId="472886795" sldId="323"/>
            <ac:picMk id="4" creationId="{D0D5EA2D-9E07-A512-AB30-5B3297F52463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18:37.240" v="1839" actId="1076"/>
          <ac:picMkLst>
            <pc:docMk/>
            <pc:sldMk cId="472886795" sldId="323"/>
            <ac:picMk id="8" creationId="{5DD0F7DA-8C4A-8C8E-511B-85D0497CD29F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19:08.614" v="1843" actId="14100"/>
          <ac:picMkLst>
            <pc:docMk/>
            <pc:sldMk cId="472886795" sldId="323"/>
            <ac:picMk id="12" creationId="{090BD4CF-CCB1-F17E-5184-A2291D9C660D}"/>
          </ac:picMkLst>
        </pc:picChg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3360912169" sldId="324"/>
        </pc:sldMkLst>
      </pc:sldChg>
      <pc:sldChg chg="addSp delSp modSp mod ord modAnim">
        <pc:chgData name="Tanwar, Amit (DI SW EDA IC DVT RD IN QVIP SAV)" userId="81606c36-4062-44db-8075-d8cfceca2c8a" providerId="ADAL" clId="{D73310F5-FC21-496D-A340-40F448C20258}" dt="2026-10-27T11:29:49.481" v="1910"/>
        <pc:sldMkLst>
          <pc:docMk/>
          <pc:sldMk cId="3169980102" sldId="325"/>
        </pc:sldMkLst>
        <pc:spChg chg="del">
          <ac:chgData name="Tanwar, Amit (DI SW EDA IC DVT RD IN QVIP SAV)" userId="81606c36-4062-44db-8075-d8cfceca2c8a" providerId="ADAL" clId="{D73310F5-FC21-496D-A340-40F448C20258}" dt="2026-10-27T11:19:34.326" v="1870" actId="478"/>
          <ac:spMkLst>
            <pc:docMk/>
            <pc:sldMk cId="3169980102" sldId="325"/>
            <ac:spMk id="2" creationId="{7127EE86-0559-189C-3164-9426F083CF52}"/>
          </ac:spMkLst>
        </pc:spChg>
        <pc:spChg chg="mod">
          <ac:chgData name="Tanwar, Amit (DI SW EDA IC DVT RD IN QVIP SAV)" userId="81606c36-4062-44db-8075-d8cfceca2c8a" providerId="ADAL" clId="{D73310F5-FC21-496D-A340-40F448C20258}" dt="2026-10-27T11:23:30.247" v="1895"/>
          <ac:spMkLst>
            <pc:docMk/>
            <pc:sldMk cId="3169980102" sldId="325"/>
            <ac:spMk id="3" creationId="{C460D703-95C4-3D60-56A5-C45CC155823F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7T11:19:36.494" v="1871" actId="478"/>
          <ac:spMkLst>
            <pc:docMk/>
            <pc:sldMk cId="3169980102" sldId="325"/>
            <ac:spMk id="5" creationId="{0B2839EB-7AF0-F429-82D6-3487BEA8ECA9}"/>
          </ac:spMkLst>
        </pc:spChg>
        <pc:picChg chg="add del mod">
          <ac:chgData name="Tanwar, Amit (DI SW EDA IC DVT RD IN QVIP SAV)" userId="81606c36-4062-44db-8075-d8cfceca2c8a" providerId="ADAL" clId="{D73310F5-FC21-496D-A340-40F448C20258}" dt="2026-10-27T11:20:30.768" v="1876" actId="478"/>
          <ac:picMkLst>
            <pc:docMk/>
            <pc:sldMk cId="3169980102" sldId="325"/>
            <ac:picMk id="7" creationId="{612CA2C6-055E-75F4-5A2D-CACE604D67D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24:00.213" v="1898" actId="1076"/>
          <ac:picMkLst>
            <pc:docMk/>
            <pc:sldMk cId="3169980102" sldId="325"/>
            <ac:picMk id="9" creationId="{D0896777-A544-2BE5-43E9-C6E2C61F6A23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29:37.657" v="1906" actId="1076"/>
          <ac:picMkLst>
            <pc:docMk/>
            <pc:sldMk cId="3169980102" sldId="325"/>
            <ac:picMk id="11" creationId="{3DD1209D-9409-E718-8485-72C72FA6F45D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29:46.035" v="1909" actId="14100"/>
          <ac:picMkLst>
            <pc:docMk/>
            <pc:sldMk cId="3169980102" sldId="325"/>
            <ac:picMk id="13" creationId="{3CD4E78A-54D5-7CA4-7620-050D1DC70CA9}"/>
          </ac:picMkLst>
        </pc:picChg>
      </pc:sldChg>
      <pc:sldChg chg="addSp delSp modSp mod modAnim">
        <pc:chgData name="Tanwar, Amit (DI SW EDA IC DVT RD IN QVIP SAV)" userId="81606c36-4062-44db-8075-d8cfceca2c8a" providerId="ADAL" clId="{D73310F5-FC21-496D-A340-40F448C20258}" dt="2026-10-27T14:03:13.151" v="2058"/>
        <pc:sldMkLst>
          <pc:docMk/>
          <pc:sldMk cId="2384360296" sldId="326"/>
        </pc:sldMkLst>
        <pc:spChg chg="del">
          <ac:chgData name="Tanwar, Amit (DI SW EDA IC DVT RD IN QVIP SAV)" userId="81606c36-4062-44db-8075-d8cfceca2c8a" providerId="ADAL" clId="{D73310F5-FC21-496D-A340-40F448C20258}" dt="2026-10-27T14:00:26.726" v="2031" actId="478"/>
          <ac:spMkLst>
            <pc:docMk/>
            <pc:sldMk cId="2384360296" sldId="326"/>
            <ac:spMk id="2" creationId="{DD3178A1-77E4-87A2-BD50-68C995B2F6B8}"/>
          </ac:spMkLst>
        </pc:spChg>
        <pc:spChg chg="mod">
          <ac:chgData name="Tanwar, Amit (DI SW EDA IC DVT RD IN QVIP SAV)" userId="81606c36-4062-44db-8075-d8cfceca2c8a" providerId="ADAL" clId="{D73310F5-FC21-496D-A340-40F448C20258}" dt="2026-10-27T14:00:21.504" v="2030" actId="20577"/>
          <ac:spMkLst>
            <pc:docMk/>
            <pc:sldMk cId="2384360296" sldId="326"/>
            <ac:spMk id="3" creationId="{458C8697-CDAB-DBEC-5797-7808D5F8FF26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4:00:33.991" v="2033" actId="478"/>
          <ac:spMkLst>
            <pc:docMk/>
            <pc:sldMk cId="2384360296" sldId="326"/>
            <ac:spMk id="5" creationId="{AEFCE2FF-9829-014B-B4AB-613BA8A912CD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7T14:00:30.594" v="2032" actId="478"/>
          <ac:spMkLst>
            <pc:docMk/>
            <pc:sldMk cId="2384360296" sldId="326"/>
            <ac:spMk id="6" creationId="{A8B65F27-DAB9-8EA1-5529-B5697A33A48D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4:00:33.991" v="2033" actId="478"/>
          <ac:spMkLst>
            <pc:docMk/>
            <pc:sldMk cId="2384360296" sldId="326"/>
            <ac:spMk id="9" creationId="{75AD1E16-0F98-E242-C4C8-A64B3D265173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4:00:33.991" v="2033" actId="478"/>
          <ac:spMkLst>
            <pc:docMk/>
            <pc:sldMk cId="2384360296" sldId="326"/>
            <ac:spMk id="10" creationId="{E533DED8-F67F-1E56-2B17-9A5E8F43ED87}"/>
          </ac:spMkLst>
        </pc:spChg>
        <pc:picChg chg="del">
          <ac:chgData name="Tanwar, Amit (DI SW EDA IC DVT RD IN QVIP SAV)" userId="81606c36-4062-44db-8075-d8cfceca2c8a" providerId="ADAL" clId="{D73310F5-FC21-496D-A340-40F448C20258}" dt="2026-10-27T14:00:33.991" v="2033" actId="478"/>
          <ac:picMkLst>
            <pc:docMk/>
            <pc:sldMk cId="2384360296" sldId="326"/>
            <ac:picMk id="7" creationId="{DF180DDE-9C73-C063-E2D8-9AE65E19F339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02:39.049" v="2051" actId="1076"/>
          <ac:picMkLst>
            <pc:docMk/>
            <pc:sldMk cId="2384360296" sldId="326"/>
            <ac:picMk id="11" creationId="{EF9767DC-A558-A2D2-6A43-98C27654DA8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02:44.673" v="2052" actId="1076"/>
          <ac:picMkLst>
            <pc:docMk/>
            <pc:sldMk cId="2384360296" sldId="326"/>
            <ac:picMk id="13" creationId="{D1856432-C7C4-AA1E-2D5D-20901D0AB08D}"/>
          </ac:picMkLst>
        </pc:picChg>
        <pc:picChg chg="add del">
          <ac:chgData name="Tanwar, Amit (DI SW EDA IC DVT RD IN QVIP SAV)" userId="81606c36-4062-44db-8075-d8cfceca2c8a" providerId="ADAL" clId="{D73310F5-FC21-496D-A340-40F448C20258}" dt="2026-10-27T14:01:38.201" v="2041" actId="478"/>
          <ac:picMkLst>
            <pc:docMk/>
            <pc:sldMk cId="2384360296" sldId="326"/>
            <ac:picMk id="15" creationId="{A78C3742-7210-8125-94B6-43314B5A7079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02:49.878" v="2053" actId="1076"/>
          <ac:picMkLst>
            <pc:docMk/>
            <pc:sldMk cId="2384360296" sldId="326"/>
            <ac:picMk id="17" creationId="{5098C2C3-8B59-0278-56BE-CB6D0F17433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02:59.175" v="2055" actId="14100"/>
          <ac:picMkLst>
            <pc:docMk/>
            <pc:sldMk cId="2384360296" sldId="326"/>
            <ac:picMk id="19" creationId="{61ED1B50-A690-8E10-39DE-3494E0BF1455}"/>
          </ac:picMkLst>
        </pc:picChg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63282012" sldId="327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3718083342" sldId="328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614998778" sldId="329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2796935732" sldId="330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2393218801" sldId="331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1500635802" sldId="332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4134614391" sldId="333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1613951899" sldId="334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1470013838" sldId="335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1955234948" sldId="336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1189430856" sldId="337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3562268110" sldId="338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1118047176" sldId="339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3642033663" sldId="340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132962913" sldId="341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3575321134" sldId="342"/>
        </pc:sldMkLst>
      </pc:sldChg>
      <pc:sldChg chg="del">
        <pc:chgData name="Tanwar, Amit (DI SW EDA IC DVT RD IN QVIP SAV)" userId="81606c36-4062-44db-8075-d8cfceca2c8a" providerId="ADAL" clId="{D73310F5-FC21-496D-A340-40F448C20258}" dt="2026-10-27T14:03:36.161" v="2060" actId="47"/>
        <pc:sldMkLst>
          <pc:docMk/>
          <pc:sldMk cId="672037482" sldId="343"/>
        </pc:sldMkLst>
      </pc:sldChg>
      <pc:sldChg chg="del">
        <pc:chgData name="Tanwar, Amit (DI SW EDA IC DVT RD IN QVIP SAV)" userId="81606c36-4062-44db-8075-d8cfceca2c8a" providerId="ADAL" clId="{D73310F5-FC21-496D-A340-40F448C20258}" dt="2026-10-27T14:03:39.115" v="2062" actId="47"/>
        <pc:sldMkLst>
          <pc:docMk/>
          <pc:sldMk cId="763657202" sldId="344"/>
        </pc:sldMkLst>
      </pc:sldChg>
      <pc:sldChg chg="addSp delSp modSp mod modAnim">
        <pc:chgData name="Tanwar, Amit (DI SW EDA IC DVT RD IN QVIP SAV)" userId="81606c36-4062-44db-8075-d8cfceca2c8a" providerId="ADAL" clId="{D73310F5-FC21-496D-A340-40F448C20258}" dt="2026-10-27T11:14:35.516" v="1743"/>
        <pc:sldMkLst>
          <pc:docMk/>
          <pc:sldMk cId="982748895" sldId="346"/>
        </pc:sldMkLst>
        <pc:spChg chg="del">
          <ac:chgData name="Tanwar, Amit (DI SW EDA IC DVT RD IN QVIP SAV)" userId="81606c36-4062-44db-8075-d8cfceca2c8a" providerId="ADAL" clId="{D73310F5-FC21-496D-A340-40F448C20258}" dt="2026-10-27T10:44:43.404" v="1202" actId="478"/>
          <ac:spMkLst>
            <pc:docMk/>
            <pc:sldMk cId="982748895" sldId="346"/>
            <ac:spMk id="2" creationId="{D36F249A-7137-5992-358D-7C0B5EAA5B68}"/>
          </ac:spMkLst>
        </pc:spChg>
        <pc:spChg chg="mod">
          <ac:chgData name="Tanwar, Amit (DI SW EDA IC DVT RD IN QVIP SAV)" userId="81606c36-4062-44db-8075-d8cfceca2c8a" providerId="ADAL" clId="{D73310F5-FC21-496D-A340-40F448C20258}" dt="2026-10-27T10:55:23.785" v="1346" actId="108"/>
          <ac:spMkLst>
            <pc:docMk/>
            <pc:sldMk cId="982748895" sldId="346"/>
            <ac:spMk id="3" creationId="{1CECA87D-17B4-2726-0F7C-789ED62FEB58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0:44:52.246" v="1205" actId="478"/>
          <ac:spMkLst>
            <pc:docMk/>
            <pc:sldMk cId="982748895" sldId="346"/>
            <ac:spMk id="4" creationId="{58AE8189-AF22-D8D5-24EE-63C60FCB944A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0:44:50.282" v="1204" actId="478"/>
          <ac:spMkLst>
            <pc:docMk/>
            <pc:sldMk cId="982748895" sldId="346"/>
            <ac:spMk id="5" creationId="{4201070C-45DA-DEB3-410B-42B6F25911DB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7T10:44:47.574" v="1203" actId="478"/>
          <ac:spMkLst>
            <pc:docMk/>
            <pc:sldMk cId="982748895" sldId="346"/>
            <ac:spMk id="7" creationId="{D83D9C68-6744-BA76-2E45-DD69ABAFC104}"/>
          </ac:spMkLst>
        </pc:spChg>
        <pc:spChg chg="add del">
          <ac:chgData name="Tanwar, Amit (DI SW EDA IC DVT RD IN QVIP SAV)" userId="81606c36-4062-44db-8075-d8cfceca2c8a" providerId="ADAL" clId="{D73310F5-FC21-496D-A340-40F448C20258}" dt="2026-10-27T10:52:33.042" v="1263" actId="22"/>
          <ac:spMkLst>
            <pc:docMk/>
            <pc:sldMk cId="982748895" sldId="346"/>
            <ac:spMk id="16" creationId="{8135D724-72DC-0D0D-62C8-4F65C98F7A57}"/>
          </ac:spMkLst>
        </pc:spChg>
        <pc:spChg chg="add del">
          <ac:chgData name="Tanwar, Amit (DI SW EDA IC DVT RD IN QVIP SAV)" userId="81606c36-4062-44db-8075-d8cfceca2c8a" providerId="ADAL" clId="{D73310F5-FC21-496D-A340-40F448C20258}" dt="2026-10-27T10:52:33.042" v="1263" actId="22"/>
          <ac:spMkLst>
            <pc:docMk/>
            <pc:sldMk cId="982748895" sldId="346"/>
            <ac:spMk id="18" creationId="{6EB7AB9D-155D-E83E-AFEE-4641A33255A3}"/>
          </ac:spMkLst>
        </pc:spChg>
        <pc:spChg chg="add del">
          <ac:chgData name="Tanwar, Amit (DI SW EDA IC DVT RD IN QVIP SAV)" userId="81606c36-4062-44db-8075-d8cfceca2c8a" providerId="ADAL" clId="{D73310F5-FC21-496D-A340-40F448C20258}" dt="2026-10-27T10:52:33.042" v="1263" actId="22"/>
          <ac:spMkLst>
            <pc:docMk/>
            <pc:sldMk cId="982748895" sldId="346"/>
            <ac:spMk id="20" creationId="{A8F63EE9-43B9-7FAE-7B09-4BC101EB0EC7}"/>
          </ac:spMkLst>
        </pc:spChg>
        <pc:graphicFrameChg chg="add mod">
          <ac:chgData name="Tanwar, Amit (DI SW EDA IC DVT RD IN QVIP SAV)" userId="81606c36-4062-44db-8075-d8cfceca2c8a" providerId="ADAL" clId="{D73310F5-FC21-496D-A340-40F448C20258}" dt="2026-10-27T10:45:02.624" v="1208"/>
          <ac:graphicFrameMkLst>
            <pc:docMk/>
            <pc:sldMk cId="982748895" sldId="346"/>
            <ac:graphicFrameMk id="8" creationId="{8DC469C0-5F48-76D3-6BD2-61C3F23B3DE7}"/>
          </ac:graphicFrameMkLst>
        </pc:graphicFrameChg>
        <pc:picChg chg="add del mod">
          <ac:chgData name="Tanwar, Amit (DI SW EDA IC DVT RD IN QVIP SAV)" userId="81606c36-4062-44db-8075-d8cfceca2c8a" providerId="ADAL" clId="{D73310F5-FC21-496D-A340-40F448C20258}" dt="2026-10-27T10:51:07.083" v="1256" actId="478"/>
          <ac:picMkLst>
            <pc:docMk/>
            <pc:sldMk cId="982748895" sldId="346"/>
            <ac:picMk id="10" creationId="{6FA298FC-E31B-F25A-CED1-2E4DF4B94F1E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52:03.734" v="1261" actId="1076"/>
          <ac:picMkLst>
            <pc:docMk/>
            <pc:sldMk cId="982748895" sldId="346"/>
            <ac:picMk id="12" creationId="{87F307A0-8058-263C-1AE9-08DB5F6D656F}"/>
          </ac:picMkLst>
        </pc:picChg>
        <pc:picChg chg="add del">
          <ac:chgData name="Tanwar, Amit (DI SW EDA IC DVT RD IN QVIP SAV)" userId="81606c36-4062-44db-8075-d8cfceca2c8a" providerId="ADAL" clId="{D73310F5-FC21-496D-A340-40F448C20258}" dt="2026-10-27T10:52:33.042" v="1263" actId="22"/>
          <ac:picMkLst>
            <pc:docMk/>
            <pc:sldMk cId="982748895" sldId="346"/>
            <ac:picMk id="14" creationId="{65532063-8B87-13AA-412E-D56CD7CCC401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53:28.502" v="1273" actId="14100"/>
          <ac:picMkLst>
            <pc:docMk/>
            <pc:sldMk cId="982748895" sldId="346"/>
            <ac:picMk id="22" creationId="{6CE493AC-CED4-4284-2653-5EBA5D071E13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53:37.909" v="1275" actId="14100"/>
          <ac:picMkLst>
            <pc:docMk/>
            <pc:sldMk cId="982748895" sldId="346"/>
            <ac:picMk id="24" creationId="{16032CC4-51B8-396B-2D1D-6AE938EB3A0A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0:54:07.796" v="1279" actId="14100"/>
          <ac:picMkLst>
            <pc:docMk/>
            <pc:sldMk cId="982748895" sldId="346"/>
            <ac:picMk id="26" creationId="{3FB2A269-95C6-0E2C-44FE-A624CFF371C9}"/>
          </ac:picMkLst>
        </pc:picChg>
      </pc:sldChg>
      <pc:sldChg chg="addSp delSp modSp mod ord delAnim modAnim">
        <pc:chgData name="Tanwar, Amit (DI SW EDA IC DVT RD IN QVIP SAV)" userId="81606c36-4062-44db-8075-d8cfceca2c8a" providerId="ADAL" clId="{D73310F5-FC21-496D-A340-40F448C20258}" dt="2026-10-27T11:15:26.352" v="1783" actId="14100"/>
        <pc:sldMkLst>
          <pc:docMk/>
          <pc:sldMk cId="1825108860" sldId="347"/>
        </pc:sldMkLst>
        <pc:spChg chg="del">
          <ac:chgData name="Tanwar, Amit (DI SW EDA IC DVT RD IN QVIP SAV)" userId="81606c36-4062-44db-8075-d8cfceca2c8a" providerId="ADAL" clId="{D73310F5-FC21-496D-A340-40F448C20258}" dt="2026-10-27T10:59:01.615" v="1457" actId="478"/>
          <ac:spMkLst>
            <pc:docMk/>
            <pc:sldMk cId="1825108860" sldId="347"/>
            <ac:spMk id="2" creationId="{44C72C99-67C9-CC7D-3D2B-CFAED34AE870}"/>
          </ac:spMkLst>
        </pc:spChg>
        <pc:spChg chg="mod">
          <ac:chgData name="Tanwar, Amit (DI SW EDA IC DVT RD IN QVIP SAV)" userId="81606c36-4062-44db-8075-d8cfceca2c8a" providerId="ADAL" clId="{D73310F5-FC21-496D-A340-40F448C20258}" dt="2026-10-27T11:15:16.667" v="1780" actId="20577"/>
          <ac:spMkLst>
            <pc:docMk/>
            <pc:sldMk cId="1825108860" sldId="347"/>
            <ac:spMk id="3" creationId="{C7733033-990A-6E74-F548-B4BABC8FF68D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0:59:03.006" v="1458" actId="478"/>
          <ac:spMkLst>
            <pc:docMk/>
            <pc:sldMk cId="1825108860" sldId="347"/>
            <ac:spMk id="5" creationId="{5F0ADAF0-95C4-9909-70F1-7CBF08D74166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7T10:59:05.089" v="1459" actId="478"/>
          <ac:spMkLst>
            <pc:docMk/>
            <pc:sldMk cId="1825108860" sldId="347"/>
            <ac:spMk id="6" creationId="{53BF6C20-BB87-3000-D733-2D4547AA8F3A}"/>
          </ac:spMkLst>
        </pc:spChg>
        <pc:picChg chg="add del mod">
          <ac:chgData name="Tanwar, Amit (DI SW EDA IC DVT RD IN QVIP SAV)" userId="81606c36-4062-44db-8075-d8cfceca2c8a" providerId="ADAL" clId="{D73310F5-FC21-496D-A340-40F448C20258}" dt="2026-10-27T11:15:06.251" v="1744" actId="478"/>
          <ac:picMkLst>
            <pc:docMk/>
            <pc:sldMk cId="1825108860" sldId="347"/>
            <ac:picMk id="8" creationId="{3EE52A3E-52D8-56BE-A437-026CC4FFA3B7}"/>
          </ac:picMkLst>
        </pc:picChg>
        <pc:picChg chg="add del mod">
          <ac:chgData name="Tanwar, Amit (DI SW EDA IC DVT RD IN QVIP SAV)" userId="81606c36-4062-44db-8075-d8cfceca2c8a" providerId="ADAL" clId="{D73310F5-FC21-496D-A340-40F448C20258}" dt="2026-10-27T11:15:08.472" v="1745" actId="478"/>
          <ac:picMkLst>
            <pc:docMk/>
            <pc:sldMk cId="1825108860" sldId="347"/>
            <ac:picMk id="10" creationId="{97E1DF6F-B855-DC00-AC0B-9139F8AC0ED3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15:26.352" v="1783" actId="14100"/>
          <ac:picMkLst>
            <pc:docMk/>
            <pc:sldMk cId="1825108860" sldId="347"/>
            <ac:picMk id="12" creationId="{F64B6156-A455-C260-6C42-7210FC52D03A}"/>
          </ac:picMkLst>
        </pc:picChg>
        <pc:picChg chg="add del mod">
          <ac:chgData name="Tanwar, Amit (DI SW EDA IC DVT RD IN QVIP SAV)" userId="81606c36-4062-44db-8075-d8cfceca2c8a" providerId="ADAL" clId="{D73310F5-FC21-496D-A340-40F448C20258}" dt="2026-10-27T11:01:33.748" v="1491" actId="478"/>
          <ac:picMkLst>
            <pc:docMk/>
            <pc:sldMk cId="1825108860" sldId="347"/>
            <ac:picMk id="14" creationId="{A748469B-036A-EFD3-FFF6-E22CFF3CF731}"/>
          </ac:picMkLst>
        </pc:picChg>
      </pc:sldChg>
      <pc:sldChg chg="addSp delSp modSp mod modAnim">
        <pc:chgData name="Tanwar, Amit (DI SW EDA IC DVT RD IN QVIP SAV)" userId="81606c36-4062-44db-8075-d8cfceca2c8a" providerId="ADAL" clId="{D73310F5-FC21-496D-A340-40F448C20258}" dt="2026-10-27T11:09:35.976" v="1609"/>
        <pc:sldMkLst>
          <pc:docMk/>
          <pc:sldMk cId="2272438908" sldId="348"/>
        </pc:sldMkLst>
        <pc:spChg chg="del">
          <ac:chgData name="Tanwar, Amit (DI SW EDA IC DVT RD IN QVIP SAV)" userId="81606c36-4062-44db-8075-d8cfceca2c8a" providerId="ADAL" clId="{D73310F5-FC21-496D-A340-40F448C20258}" dt="2026-10-27T11:07:32.572" v="1592" actId="478"/>
          <ac:spMkLst>
            <pc:docMk/>
            <pc:sldMk cId="2272438908" sldId="348"/>
            <ac:spMk id="2" creationId="{BB883FD0-19E4-D256-E050-E68CA863F5DA}"/>
          </ac:spMkLst>
        </pc:spChg>
        <pc:spChg chg="mod">
          <ac:chgData name="Tanwar, Amit (DI SW EDA IC DVT RD IN QVIP SAV)" userId="81606c36-4062-44db-8075-d8cfceca2c8a" providerId="ADAL" clId="{D73310F5-FC21-496D-A340-40F448C20258}" dt="2026-10-27T11:07:29.291" v="1591" actId="20577"/>
          <ac:spMkLst>
            <pc:docMk/>
            <pc:sldMk cId="2272438908" sldId="348"/>
            <ac:spMk id="3" creationId="{9FC292D6-BFC5-F81A-1373-81F98165A20A}"/>
          </ac:spMkLst>
        </pc:spChg>
        <pc:spChg chg="del">
          <ac:chgData name="Tanwar, Amit (DI SW EDA IC DVT RD IN QVIP SAV)" userId="81606c36-4062-44db-8075-d8cfceca2c8a" providerId="ADAL" clId="{D73310F5-FC21-496D-A340-40F448C20258}" dt="2026-10-27T11:07:35.877" v="1594" actId="478"/>
          <ac:spMkLst>
            <pc:docMk/>
            <pc:sldMk cId="2272438908" sldId="348"/>
            <ac:spMk id="5" creationId="{ED465E87-1F51-F612-61D2-CFFB29ECA91D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7T11:07:34.098" v="1593" actId="478"/>
          <ac:spMkLst>
            <pc:docMk/>
            <pc:sldMk cId="2272438908" sldId="348"/>
            <ac:spMk id="6" creationId="{7253C824-57FF-7E61-098C-B1E52DCB982E}"/>
          </ac:spMkLst>
        </pc:spChg>
        <pc:picChg chg="add mod">
          <ac:chgData name="Tanwar, Amit (DI SW EDA IC DVT RD IN QVIP SAV)" userId="81606c36-4062-44db-8075-d8cfceca2c8a" providerId="ADAL" clId="{D73310F5-FC21-496D-A340-40F448C20258}" dt="2026-10-27T11:07:59.305" v="1600" actId="14100"/>
          <ac:picMkLst>
            <pc:docMk/>
            <pc:sldMk cId="2272438908" sldId="348"/>
            <ac:picMk id="8" creationId="{39CA0469-E418-83EF-6F58-F68F447D5A74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08:17.370" v="1603" actId="1076"/>
          <ac:picMkLst>
            <pc:docMk/>
            <pc:sldMk cId="2272438908" sldId="348"/>
            <ac:picMk id="10" creationId="{78C9534A-8B5F-57E1-4E7B-BD7A4B80A48B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08:45.945" v="1606" actId="14100"/>
          <ac:picMkLst>
            <pc:docMk/>
            <pc:sldMk cId="2272438908" sldId="348"/>
            <ac:picMk id="12" creationId="{1B4B5278-51A1-FA90-DE16-3EC81518765E}"/>
          </ac:picMkLst>
        </pc:picChg>
      </pc:sldChg>
      <pc:sldChg chg="del">
        <pc:chgData name="Tanwar, Amit (DI SW EDA IC DVT RD IN QVIP SAV)" userId="81606c36-4062-44db-8075-d8cfceca2c8a" providerId="ADAL" clId="{D73310F5-FC21-496D-A340-40F448C20258}" dt="2026-10-27T14:03:39.665" v="2063" actId="47"/>
        <pc:sldMkLst>
          <pc:docMk/>
          <pc:sldMk cId="2455854908" sldId="349"/>
        </pc:sldMkLst>
      </pc:sldChg>
      <pc:sldChg chg="del">
        <pc:chgData name="Tanwar, Amit (DI SW EDA IC DVT RD IN QVIP SAV)" userId="81606c36-4062-44db-8075-d8cfceca2c8a" providerId="ADAL" clId="{D73310F5-FC21-496D-A340-40F448C20258}" dt="2026-10-27T14:03:40.101" v="2064" actId="47"/>
        <pc:sldMkLst>
          <pc:docMk/>
          <pc:sldMk cId="3399456649" sldId="350"/>
        </pc:sldMkLst>
      </pc:sldChg>
      <pc:sldChg chg="del">
        <pc:chgData name="Tanwar, Amit (DI SW EDA IC DVT RD IN QVIP SAV)" userId="81606c36-4062-44db-8075-d8cfceca2c8a" providerId="ADAL" clId="{D73310F5-FC21-496D-A340-40F448C20258}" dt="2026-10-27T14:03:40.720" v="2065" actId="47"/>
        <pc:sldMkLst>
          <pc:docMk/>
          <pc:sldMk cId="3037443103" sldId="351"/>
        </pc:sldMkLst>
      </pc:sldChg>
      <pc:sldChg chg="del">
        <pc:chgData name="Tanwar, Amit (DI SW EDA IC DVT RD IN QVIP SAV)" userId="81606c36-4062-44db-8075-d8cfceca2c8a" providerId="ADAL" clId="{D73310F5-FC21-496D-A340-40F448C20258}" dt="2026-10-27T14:03:28.840" v="2059" actId="47"/>
        <pc:sldMkLst>
          <pc:docMk/>
          <pc:sldMk cId="2180528279" sldId="352"/>
        </pc:sldMkLst>
      </pc:sldChg>
      <pc:sldChg chg="modSp add mod ord modAnim">
        <pc:chgData name="Tanwar, Amit (DI SW EDA IC DVT RD IN QVIP SAV)" userId="81606c36-4062-44db-8075-d8cfceca2c8a" providerId="ADAL" clId="{D73310F5-FC21-496D-A340-40F448C20258}" dt="2026-10-27T10:30:28.413" v="1014" actId="20577"/>
        <pc:sldMkLst>
          <pc:docMk/>
          <pc:sldMk cId="1237606903" sldId="353"/>
        </pc:sldMkLst>
        <pc:spChg chg="mod">
          <ac:chgData name="Tanwar, Amit (DI SW EDA IC DVT RD IN QVIP SAV)" userId="81606c36-4062-44db-8075-d8cfceca2c8a" providerId="ADAL" clId="{D73310F5-FC21-496D-A340-40F448C20258}" dt="2026-10-27T10:30:28.413" v="1014" actId="20577"/>
          <ac:spMkLst>
            <pc:docMk/>
            <pc:sldMk cId="1237606903" sldId="353"/>
            <ac:spMk id="3" creationId="{30163A68-8880-82AE-F651-E349AFEBE8A7}"/>
          </ac:spMkLst>
        </pc:spChg>
        <pc:picChg chg="mod">
          <ac:chgData name="Tanwar, Amit (DI SW EDA IC DVT RD IN QVIP SAV)" userId="81606c36-4062-44db-8075-d8cfceca2c8a" providerId="ADAL" clId="{D73310F5-FC21-496D-A340-40F448C20258}" dt="2026-10-26T02:30:32.149" v="557" actId="14100"/>
          <ac:picMkLst>
            <pc:docMk/>
            <pc:sldMk cId="1237606903" sldId="353"/>
            <ac:picMk id="12" creationId="{044AEA84-95FE-4F6B-9E10-668CC978C8C1}"/>
          </ac:picMkLst>
        </pc:picChg>
      </pc:sldChg>
      <pc:sldChg chg="addSp delSp modSp add mod modAnim">
        <pc:chgData name="Tanwar, Amit (DI SW EDA IC DVT RD IN QVIP SAV)" userId="81606c36-4062-44db-8075-d8cfceca2c8a" providerId="ADAL" clId="{D73310F5-FC21-496D-A340-40F448C20258}" dt="2026-10-27T10:30:23.288" v="1012" actId="20577"/>
        <pc:sldMkLst>
          <pc:docMk/>
          <pc:sldMk cId="3684681737" sldId="354"/>
        </pc:sldMkLst>
        <pc:spChg chg="mod">
          <ac:chgData name="Tanwar, Amit (DI SW EDA IC DVT RD IN QVIP SAV)" userId="81606c36-4062-44db-8075-d8cfceca2c8a" providerId="ADAL" clId="{D73310F5-FC21-496D-A340-40F448C20258}" dt="2026-10-27T10:30:23.288" v="1012" actId="20577"/>
          <ac:spMkLst>
            <pc:docMk/>
            <pc:sldMk cId="3684681737" sldId="354"/>
            <ac:spMk id="3" creationId="{CAEA94D7-CDC4-75FE-6AC1-BE6207D6C616}"/>
          </ac:spMkLst>
        </pc:spChg>
        <pc:spChg chg="add del">
          <ac:chgData name="Tanwar, Amit (DI SW EDA IC DVT RD IN QVIP SAV)" userId="81606c36-4062-44db-8075-d8cfceca2c8a" providerId="ADAL" clId="{D73310F5-FC21-496D-A340-40F448C20258}" dt="2026-10-26T02:16:30.694" v="349" actId="22"/>
          <ac:spMkLst>
            <pc:docMk/>
            <pc:sldMk cId="3684681737" sldId="354"/>
            <ac:spMk id="12" creationId="{0A4F8FDA-7881-68FA-1F31-AAD261791AD4}"/>
          </ac:spMkLst>
        </pc:spChg>
        <pc:spChg chg="add del mod">
          <ac:chgData name="Tanwar, Amit (DI SW EDA IC DVT RD IN QVIP SAV)" userId="81606c36-4062-44db-8075-d8cfceca2c8a" providerId="ADAL" clId="{D73310F5-FC21-496D-A340-40F448C20258}" dt="2026-10-26T02:21:55.293" v="472" actId="478"/>
          <ac:spMkLst>
            <pc:docMk/>
            <pc:sldMk cId="3684681737" sldId="354"/>
            <ac:spMk id="14" creationId="{14D21B22-3D22-540E-CD6E-3087EACEE0D0}"/>
          </ac:spMkLst>
        </pc:spChg>
        <pc:picChg chg="add del mod">
          <ac:chgData name="Tanwar, Amit (DI SW EDA IC DVT RD IN QVIP SAV)" userId="81606c36-4062-44db-8075-d8cfceca2c8a" providerId="ADAL" clId="{D73310F5-FC21-496D-A340-40F448C20258}" dt="2026-10-26T02:13:50.884" v="338" actId="478"/>
          <ac:picMkLst>
            <pc:docMk/>
            <pc:sldMk cId="3684681737" sldId="354"/>
            <ac:picMk id="4" creationId="{395C00AE-76D4-B66C-237F-3702B50D5B2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02:22:20.127" v="502" actId="1035"/>
          <ac:picMkLst>
            <pc:docMk/>
            <pc:sldMk cId="3684681737" sldId="354"/>
            <ac:picMk id="6" creationId="{85E117D5-CCA6-EE9D-E1D7-EC42C3A83101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02:13:04.434" v="334" actId="478"/>
          <ac:picMkLst>
            <pc:docMk/>
            <pc:sldMk cId="3684681737" sldId="354"/>
            <ac:picMk id="8" creationId="{08AF2FCB-397B-50BB-ABED-B2C5FF3A412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02:26:22.942" v="539" actId="1076"/>
          <ac:picMkLst>
            <pc:docMk/>
            <pc:sldMk cId="3684681737" sldId="354"/>
            <ac:picMk id="9" creationId="{6641C4EA-696E-8BC4-58DD-54AAC940DFA0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02:13:06.024" v="335" actId="478"/>
          <ac:picMkLst>
            <pc:docMk/>
            <pc:sldMk cId="3684681737" sldId="354"/>
            <ac:picMk id="10" creationId="{7C5B4588-E393-C556-BC94-64A05708E621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02:26:15.477" v="538" actId="14100"/>
          <ac:picMkLst>
            <pc:docMk/>
            <pc:sldMk cId="3684681737" sldId="354"/>
            <ac:picMk id="16" creationId="{9FED3E68-B1DA-CEC1-B78F-38A14BF78FE2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02:26:41.533" v="542" actId="1076"/>
          <ac:picMkLst>
            <pc:docMk/>
            <pc:sldMk cId="3684681737" sldId="354"/>
            <ac:picMk id="18" creationId="{12BBA3F8-245A-280A-A4F5-1E23741F6FFE}"/>
          </ac:picMkLst>
        </pc:picChg>
      </pc:sldChg>
      <pc:sldChg chg="addSp delSp modSp add del mod">
        <pc:chgData name="Tanwar, Amit (DI SW EDA IC DVT RD IN QVIP SAV)" userId="81606c36-4062-44db-8075-d8cfceca2c8a" providerId="ADAL" clId="{D73310F5-FC21-496D-A340-40F448C20258}" dt="2026-10-26T02:26:46.999" v="543" actId="47"/>
        <pc:sldMkLst>
          <pc:docMk/>
          <pc:sldMk cId="632905997" sldId="355"/>
        </pc:sldMkLst>
        <pc:spChg chg="mod">
          <ac:chgData name="Tanwar, Amit (DI SW EDA IC DVT RD IN QVIP SAV)" userId="81606c36-4062-44db-8075-d8cfceca2c8a" providerId="ADAL" clId="{D73310F5-FC21-496D-A340-40F448C20258}" dt="2026-10-26T02:25:53.151" v="535" actId="20577"/>
          <ac:spMkLst>
            <pc:docMk/>
            <pc:sldMk cId="632905997" sldId="355"/>
            <ac:spMk id="3" creationId="{3C561982-DCC2-EA2A-16B2-6BE711265E29}"/>
          </ac:spMkLst>
        </pc:spChg>
        <pc:picChg chg="add mod">
          <ac:chgData name="Tanwar, Amit (DI SW EDA IC DVT RD IN QVIP SAV)" userId="81606c36-4062-44db-8075-d8cfceca2c8a" providerId="ADAL" clId="{D73310F5-FC21-496D-A340-40F448C20258}" dt="2026-10-26T02:26:30.212" v="540" actId="14100"/>
          <ac:picMkLst>
            <pc:docMk/>
            <pc:sldMk cId="632905997" sldId="355"/>
            <ac:picMk id="4" creationId="{80B49C77-10A6-A230-D2CF-0BA66A716AC4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02:25:11.258" v="506" actId="478"/>
          <ac:picMkLst>
            <pc:docMk/>
            <pc:sldMk cId="632905997" sldId="355"/>
            <ac:picMk id="6" creationId="{010A8906-77C7-FD55-88AB-7B3229CE041D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02:25:14.385" v="508" actId="478"/>
          <ac:picMkLst>
            <pc:docMk/>
            <pc:sldMk cId="632905997" sldId="355"/>
            <ac:picMk id="9" creationId="{796B3C30-08D7-833F-AD05-6189D2C07326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02:25:12.836" v="507" actId="478"/>
          <ac:picMkLst>
            <pc:docMk/>
            <pc:sldMk cId="632905997" sldId="355"/>
            <ac:picMk id="16" creationId="{A53514F3-2610-FF28-12A2-09CF88D2EBCF}"/>
          </ac:picMkLst>
        </pc:picChg>
      </pc:sldChg>
      <pc:sldChg chg="addSp delSp modSp add del mod delAnim modAnim">
        <pc:chgData name="Tanwar, Amit (DI SW EDA IC DVT RD IN QVIP SAV)" userId="81606c36-4062-44db-8075-d8cfceca2c8a" providerId="ADAL" clId="{D73310F5-FC21-496D-A340-40F448C20258}" dt="2026-10-26T16:01:22.663" v="836" actId="47"/>
        <pc:sldMkLst>
          <pc:docMk/>
          <pc:sldMk cId="982549415" sldId="355"/>
        </pc:sldMkLst>
        <pc:spChg chg="mod">
          <ac:chgData name="Tanwar, Amit (DI SW EDA IC DVT RD IN QVIP SAV)" userId="81606c36-4062-44db-8075-d8cfceca2c8a" providerId="ADAL" clId="{D73310F5-FC21-496D-A340-40F448C20258}" dt="2026-10-26T02:33:59.348" v="630" actId="20577"/>
          <ac:spMkLst>
            <pc:docMk/>
            <pc:sldMk cId="982549415" sldId="355"/>
            <ac:spMk id="3" creationId="{458795B1-4C52-2DF0-C92C-0172543A0970}"/>
          </ac:spMkLst>
        </pc:spChg>
        <pc:picChg chg="add mod">
          <ac:chgData name="Tanwar, Amit (DI SW EDA IC DVT RD IN QVIP SAV)" userId="81606c36-4062-44db-8075-d8cfceca2c8a" providerId="ADAL" clId="{D73310F5-FC21-496D-A340-40F448C20258}" dt="2026-10-26T02:32:27.808" v="616" actId="1076"/>
          <ac:picMkLst>
            <pc:docMk/>
            <pc:sldMk cId="982549415" sldId="355"/>
            <ac:picMk id="4" creationId="{412842BE-F295-579A-043A-9D04545A2A56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02:32:43.361" v="618" actId="1076"/>
          <ac:picMkLst>
            <pc:docMk/>
            <pc:sldMk cId="982549415" sldId="355"/>
            <ac:picMk id="6" creationId="{EE62F320-B901-6B0D-0CE9-53CAA8F6D698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02:33:04.182" v="620" actId="1076"/>
          <ac:picMkLst>
            <pc:docMk/>
            <pc:sldMk cId="982549415" sldId="355"/>
            <ac:picMk id="8" creationId="{03174113-F66E-10D8-33B7-194A95937B11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02:31:24.677" v="613" actId="478"/>
          <ac:picMkLst>
            <pc:docMk/>
            <pc:sldMk cId="982549415" sldId="355"/>
            <ac:picMk id="9" creationId="{A3C7C292-DD46-B0A3-8288-7EC211C33CC3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02:31:26.210" v="614" actId="478"/>
          <ac:picMkLst>
            <pc:docMk/>
            <pc:sldMk cId="982549415" sldId="355"/>
            <ac:picMk id="11" creationId="{490C9366-2D04-42B1-9ADE-0F208839C426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02:33:45.015" v="622" actId="1076"/>
          <ac:picMkLst>
            <pc:docMk/>
            <pc:sldMk cId="982549415" sldId="355"/>
            <ac:picMk id="12" creationId="{93904478-873A-BA60-D619-C9309E5FE90C}"/>
          </ac:picMkLst>
        </pc:picChg>
      </pc:sldChg>
      <pc:sldChg chg="addSp delSp modSp add mod ord delAnim modAnim">
        <pc:chgData name="Tanwar, Amit (DI SW EDA IC DVT RD IN QVIP SAV)" userId="81606c36-4062-44db-8075-d8cfceca2c8a" providerId="ADAL" clId="{D73310F5-FC21-496D-A340-40F448C20258}" dt="2026-10-26T16:01:18.712" v="835"/>
        <pc:sldMkLst>
          <pc:docMk/>
          <pc:sldMk cId="2837093886" sldId="356"/>
        </pc:sldMkLst>
        <pc:picChg chg="add mod">
          <ac:chgData name="Tanwar, Amit (DI SW EDA IC DVT RD IN QVIP SAV)" userId="81606c36-4062-44db-8075-d8cfceca2c8a" providerId="ADAL" clId="{D73310F5-FC21-496D-A340-40F448C20258}" dt="2026-10-26T15:44:07.047" v="807" actId="1076"/>
          <ac:picMkLst>
            <pc:docMk/>
            <pc:sldMk cId="2837093886" sldId="356"/>
            <ac:picMk id="4" creationId="{6EC3061C-36D8-2BE0-DED0-0DE6F84497B6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15:44:47.423" v="810" actId="14100"/>
          <ac:picMkLst>
            <pc:docMk/>
            <pc:sldMk cId="2837093886" sldId="356"/>
            <ac:picMk id="6" creationId="{BCDB2C88-E2BC-C84B-708D-15BD8EC5049D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15:55:51.026" v="814" actId="14100"/>
          <ac:picMkLst>
            <pc:docMk/>
            <pc:sldMk cId="2837093886" sldId="356"/>
            <ac:picMk id="8" creationId="{8CE5AEAC-6EFE-5EA7-0249-415694BF59B9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15:43:34.831" v="802" actId="478"/>
          <ac:picMkLst>
            <pc:docMk/>
            <pc:sldMk cId="2837093886" sldId="356"/>
            <ac:picMk id="10" creationId="{A0E54E38-E48D-314E-332C-E6DFACF6B3EC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15:57:13.323" v="822" actId="1076"/>
          <ac:picMkLst>
            <pc:docMk/>
            <pc:sldMk cId="2837093886" sldId="356"/>
            <ac:picMk id="11" creationId="{E2C418E0-31DC-891D-CF5A-E16757700967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15:43:40.238" v="805" actId="478"/>
          <ac:picMkLst>
            <pc:docMk/>
            <pc:sldMk cId="2837093886" sldId="356"/>
            <ac:picMk id="12" creationId="{515F1405-20AB-5939-2F83-F019FBDA49AB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15:43:36.911" v="803" actId="478"/>
          <ac:picMkLst>
            <pc:docMk/>
            <pc:sldMk cId="2837093886" sldId="356"/>
            <ac:picMk id="14" creationId="{74FDCBFC-BC0C-EEC4-7602-03FE62BE768D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6T15:58:30.375" v="828" actId="1076"/>
          <ac:picMkLst>
            <pc:docMk/>
            <pc:sldMk cId="2837093886" sldId="356"/>
            <ac:picMk id="15" creationId="{666ACF1D-F475-AD8F-5196-276AF92FF1FD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6T15:43:38.688" v="804" actId="478"/>
          <ac:picMkLst>
            <pc:docMk/>
            <pc:sldMk cId="2837093886" sldId="356"/>
            <ac:picMk id="16" creationId="{469A75BF-DE56-030B-C3E6-9F142FE6AD70}"/>
          </ac:picMkLst>
        </pc:picChg>
      </pc:sldChg>
      <pc:sldChg chg="addSp delSp modSp add mod modAnim">
        <pc:chgData name="Tanwar, Amit (DI SW EDA IC DVT RD IN QVIP SAV)" userId="81606c36-4062-44db-8075-d8cfceca2c8a" providerId="ADAL" clId="{D73310F5-FC21-496D-A340-40F448C20258}" dt="2026-10-27T11:06:44.204" v="1528"/>
        <pc:sldMkLst>
          <pc:docMk/>
          <pc:sldMk cId="546260913" sldId="357"/>
        </pc:sldMkLst>
        <pc:spChg chg="mod">
          <ac:chgData name="Tanwar, Amit (DI SW EDA IC DVT RD IN QVIP SAV)" userId="81606c36-4062-44db-8075-d8cfceca2c8a" providerId="ADAL" clId="{D73310F5-FC21-496D-A340-40F448C20258}" dt="2026-10-27T10:56:44.922" v="1406" actId="20577"/>
          <ac:spMkLst>
            <pc:docMk/>
            <pc:sldMk cId="546260913" sldId="357"/>
            <ac:spMk id="3" creationId="{7A53E526-DC4F-FDCA-B7A7-06AE1E93B4ED}"/>
          </ac:spMkLst>
        </pc:spChg>
        <pc:picChg chg="add mod">
          <ac:chgData name="Tanwar, Amit (DI SW EDA IC DVT RD IN QVIP SAV)" userId="81606c36-4062-44db-8075-d8cfceca2c8a" providerId="ADAL" clId="{D73310F5-FC21-496D-A340-40F448C20258}" dt="2026-10-27T11:03:58.678" v="1501" actId="14100"/>
          <ac:picMkLst>
            <pc:docMk/>
            <pc:sldMk cId="546260913" sldId="357"/>
            <ac:picMk id="4" creationId="{31CF9106-0F5A-3852-4A13-207B532EBF3C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04:02.209" v="1503" actId="14100"/>
          <ac:picMkLst>
            <pc:docMk/>
            <pc:sldMk cId="546260913" sldId="357"/>
            <ac:picMk id="6" creationId="{4B3A2568-138C-BE1D-1A29-5982AEE60DAF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04:57.483" v="1509" actId="1076"/>
          <ac:picMkLst>
            <pc:docMk/>
            <pc:sldMk cId="546260913" sldId="357"/>
            <ac:picMk id="8" creationId="{0C09194B-215C-0EFE-F9AB-DFCBC4014969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05:42.498" v="1516" actId="14100"/>
          <ac:picMkLst>
            <pc:docMk/>
            <pc:sldMk cId="546260913" sldId="357"/>
            <ac:picMk id="10" creationId="{635FD649-1B71-ECE9-E336-D38A0C73E7C7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0:56:47.441" v="1407" actId="478"/>
          <ac:picMkLst>
            <pc:docMk/>
            <pc:sldMk cId="546260913" sldId="357"/>
            <ac:picMk id="12" creationId="{747BA68E-3C17-6ED8-9529-3F76AFA78114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06:20.071" v="1523" actId="14100"/>
          <ac:picMkLst>
            <pc:docMk/>
            <pc:sldMk cId="546260913" sldId="357"/>
            <ac:picMk id="13" creationId="{1A245F3D-E1C1-BBD3-290C-284F6F8A1087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0:56:48.211" v="1408" actId="478"/>
          <ac:picMkLst>
            <pc:docMk/>
            <pc:sldMk cId="546260913" sldId="357"/>
            <ac:picMk id="22" creationId="{2D2E949B-6AC5-AAB2-10D0-16B98CF84DC9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0:56:48.753" v="1409" actId="478"/>
          <ac:picMkLst>
            <pc:docMk/>
            <pc:sldMk cId="546260913" sldId="357"/>
            <ac:picMk id="24" creationId="{26427FFA-B4F3-9DA8-5434-CDDE2BB49A44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0:56:49.420" v="1410" actId="478"/>
          <ac:picMkLst>
            <pc:docMk/>
            <pc:sldMk cId="546260913" sldId="357"/>
            <ac:picMk id="26" creationId="{98C4D7C5-1296-B345-35BD-975DBE463330}"/>
          </ac:picMkLst>
        </pc:picChg>
      </pc:sldChg>
      <pc:sldChg chg="addSp delSp modSp add mod delAnim modAnim">
        <pc:chgData name="Tanwar, Amit (DI SW EDA IC DVT RD IN QVIP SAV)" userId="81606c36-4062-44db-8075-d8cfceca2c8a" providerId="ADAL" clId="{D73310F5-FC21-496D-A340-40F448C20258}" dt="2026-10-27T11:11:16.958" v="1675"/>
        <pc:sldMkLst>
          <pc:docMk/>
          <pc:sldMk cId="132015355" sldId="358"/>
        </pc:sldMkLst>
        <pc:spChg chg="mod">
          <ac:chgData name="Tanwar, Amit (DI SW EDA IC DVT RD IN QVIP SAV)" userId="81606c36-4062-44db-8075-d8cfceca2c8a" providerId="ADAL" clId="{D73310F5-FC21-496D-A340-40F448C20258}" dt="2026-10-27T11:09:59.335" v="1656" actId="20577"/>
          <ac:spMkLst>
            <pc:docMk/>
            <pc:sldMk cId="132015355" sldId="358"/>
            <ac:spMk id="3" creationId="{D5CCBDF1-B271-4E87-C5EC-93C523708712}"/>
          </ac:spMkLst>
        </pc:spChg>
        <pc:picChg chg="add mod">
          <ac:chgData name="Tanwar, Amit (DI SW EDA IC DVT RD IN QVIP SAV)" userId="81606c36-4062-44db-8075-d8cfceca2c8a" providerId="ADAL" clId="{D73310F5-FC21-496D-A340-40F448C20258}" dt="2026-10-27T11:10:26.341" v="1665" actId="14100"/>
          <ac:picMkLst>
            <pc:docMk/>
            <pc:sldMk cId="132015355" sldId="358"/>
            <ac:picMk id="4" creationId="{577A850E-1A9F-F294-BC18-ADF6209E7B13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10:42.870" v="1668" actId="1076"/>
          <ac:picMkLst>
            <pc:docMk/>
            <pc:sldMk cId="132015355" sldId="358"/>
            <ac:picMk id="6" creationId="{D23D6DCC-95E9-1F7F-82C5-FA55DC955AA8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1:10:01.932" v="1657" actId="478"/>
          <ac:picMkLst>
            <pc:docMk/>
            <pc:sldMk cId="132015355" sldId="358"/>
            <ac:picMk id="8" creationId="{F8847D6D-E806-1F97-9BEA-C81F6AA56A07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1:11:05.018" v="1672" actId="14100"/>
          <ac:picMkLst>
            <pc:docMk/>
            <pc:sldMk cId="132015355" sldId="358"/>
            <ac:picMk id="9" creationId="{1E910A98-33A5-D4F7-FABA-6D741A97C0D0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1:10:03.555" v="1658" actId="478"/>
          <ac:picMkLst>
            <pc:docMk/>
            <pc:sldMk cId="132015355" sldId="358"/>
            <ac:picMk id="10" creationId="{567B3976-57D5-F449-3E09-037F1411E3EE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1:10:18.528" v="1662" actId="478"/>
          <ac:picMkLst>
            <pc:docMk/>
            <pc:sldMk cId="132015355" sldId="358"/>
            <ac:picMk id="12" creationId="{3D727172-E092-05FD-AB3B-38AEF21961E2}"/>
          </ac:picMkLst>
        </pc:picChg>
      </pc:sldChg>
      <pc:sldChg chg="addSp delSp modSp add mod modAnim">
        <pc:chgData name="Tanwar, Amit (DI SW EDA IC DVT RD IN QVIP SAV)" userId="81606c36-4062-44db-8075-d8cfceca2c8a" providerId="ADAL" clId="{D73310F5-FC21-496D-A340-40F448C20258}" dt="2026-10-27T13:59:10.737" v="2004"/>
        <pc:sldMkLst>
          <pc:docMk/>
          <pc:sldMk cId="2918370105" sldId="359"/>
        </pc:sldMkLst>
        <pc:picChg chg="add mod">
          <ac:chgData name="Tanwar, Amit (DI SW EDA IC DVT RD IN QVIP SAV)" userId="81606c36-4062-44db-8075-d8cfceca2c8a" providerId="ADAL" clId="{D73310F5-FC21-496D-A340-40F448C20258}" dt="2026-10-27T13:54:15.416" v="1975" actId="1076"/>
          <ac:picMkLst>
            <pc:docMk/>
            <pc:sldMk cId="2918370105" sldId="359"/>
            <ac:picMk id="4" creationId="{0C69BCC1-56B3-066D-7EE4-0E5F143EF04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3:53:40.018" v="1970" actId="1036"/>
          <ac:picMkLst>
            <pc:docMk/>
            <pc:sldMk cId="2918370105" sldId="359"/>
            <ac:picMk id="6" creationId="{E87B655D-4061-AB5D-3890-D7011B45E10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3:54:36.657" v="1977" actId="1076"/>
          <ac:picMkLst>
            <pc:docMk/>
            <pc:sldMk cId="2918370105" sldId="359"/>
            <ac:picMk id="8" creationId="{419FEF1A-1827-C680-B5BE-BDF009924B2B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3:53:24.547" v="1944" actId="14100"/>
          <ac:picMkLst>
            <pc:docMk/>
            <pc:sldMk cId="2918370105" sldId="359"/>
            <ac:picMk id="10" creationId="{E4A35819-F846-C41A-829F-6CBDFDFCFD9A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3:57:16.171" v="1994" actId="1035"/>
          <ac:picMkLst>
            <pc:docMk/>
            <pc:sldMk cId="2918370105" sldId="359"/>
            <ac:picMk id="12" creationId="{9FCD3CF8-C4C4-8B3E-77F5-60D84F36D471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3:54:12.795" v="1974" actId="1076"/>
          <ac:picMkLst>
            <pc:docMk/>
            <pc:sldMk cId="2918370105" sldId="359"/>
            <ac:picMk id="14" creationId="{3872CD48-E987-3872-BAB9-1D70531E815E}"/>
          </ac:picMkLst>
        </pc:picChg>
        <pc:picChg chg="add del mod">
          <ac:chgData name="Tanwar, Amit (DI SW EDA IC DVT RD IN QVIP SAV)" userId="81606c36-4062-44db-8075-d8cfceca2c8a" providerId="ADAL" clId="{D73310F5-FC21-496D-A340-40F448C20258}" dt="2026-10-27T13:55:14.478" v="1980" actId="478"/>
          <ac:picMkLst>
            <pc:docMk/>
            <pc:sldMk cId="2918370105" sldId="359"/>
            <ac:picMk id="16" creationId="{6EC52B3C-2CC9-E184-C325-D65D584896EF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3:56:00.986" v="1984" actId="1076"/>
          <ac:picMkLst>
            <pc:docMk/>
            <pc:sldMk cId="2918370105" sldId="359"/>
            <ac:picMk id="18" creationId="{972EC502-A4D0-919E-7910-2549DA05B0E3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3:56:22.455" v="1986" actId="1076"/>
          <ac:picMkLst>
            <pc:docMk/>
            <pc:sldMk cId="2918370105" sldId="359"/>
            <ac:picMk id="20" creationId="{A2912DBD-FC1D-CC7C-473D-64480A315254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3:57:07.940" v="1991" actId="14100"/>
          <ac:picMkLst>
            <pc:docMk/>
            <pc:sldMk cId="2918370105" sldId="359"/>
            <ac:picMk id="22" creationId="{01CF2AE3-908B-9941-756C-30583157C520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3:57:48.487" v="1997" actId="1076"/>
          <ac:picMkLst>
            <pc:docMk/>
            <pc:sldMk cId="2918370105" sldId="359"/>
            <ac:picMk id="24" creationId="{DFC549D9-CFB9-B8F8-7802-18F55B6E283F}"/>
          </ac:picMkLst>
        </pc:picChg>
      </pc:sldChg>
      <pc:sldChg chg="addSp delSp modSp add mod delAnim">
        <pc:chgData name="Tanwar, Amit (DI SW EDA IC DVT RD IN QVIP SAV)" userId="81606c36-4062-44db-8075-d8cfceca2c8a" providerId="ADAL" clId="{D73310F5-FC21-496D-A340-40F448C20258}" dt="2026-10-27T14:13:02.812" v="2128" actId="1076"/>
        <pc:sldMkLst>
          <pc:docMk/>
          <pc:sldMk cId="4110558548" sldId="360"/>
        </pc:sldMkLst>
        <pc:spChg chg="add del mod">
          <ac:chgData name="Tanwar, Amit (DI SW EDA IC DVT RD IN QVIP SAV)" userId="81606c36-4062-44db-8075-d8cfceca2c8a" providerId="ADAL" clId="{D73310F5-FC21-496D-A340-40F448C20258}" dt="2026-10-27T14:11:26.721" v="2113"/>
          <ac:spMkLst>
            <pc:docMk/>
            <pc:sldMk cId="4110558548" sldId="360"/>
            <ac:spMk id="2" creationId="{DD53DE55-7909-53A1-D112-51EFEE27454F}"/>
          </ac:spMkLst>
        </pc:spChg>
        <pc:spChg chg="mod">
          <ac:chgData name="Tanwar, Amit (DI SW EDA IC DVT RD IN QVIP SAV)" userId="81606c36-4062-44db-8075-d8cfceca2c8a" providerId="ADAL" clId="{D73310F5-FC21-496D-A340-40F448C20258}" dt="2026-10-27T14:10:49.536" v="2106" actId="20577"/>
          <ac:spMkLst>
            <pc:docMk/>
            <pc:sldMk cId="4110558548" sldId="360"/>
            <ac:spMk id="3" creationId="{591C3C0A-B796-2100-888B-D8A004008F1B}"/>
          </ac:spMkLst>
        </pc:spChg>
        <pc:spChg chg="mod">
          <ac:chgData name="Tanwar, Amit (DI SW EDA IC DVT RD IN QVIP SAV)" userId="81606c36-4062-44db-8075-d8cfceca2c8a" providerId="ADAL" clId="{D73310F5-FC21-496D-A340-40F448C20258}" dt="2026-10-27T14:10:51.940" v="2107" actId="6549"/>
          <ac:spMkLst>
            <pc:docMk/>
            <pc:sldMk cId="4110558548" sldId="360"/>
            <ac:spMk id="39" creationId="{264199BC-B9CC-BF41-E7F5-A652B854A496}"/>
          </ac:spMkLst>
        </pc:spChg>
        <pc:grpChg chg="del">
          <ac:chgData name="Tanwar, Amit (DI SW EDA IC DVT RD IN QVIP SAV)" userId="81606c36-4062-44db-8075-d8cfceca2c8a" providerId="ADAL" clId="{D73310F5-FC21-496D-A340-40F448C20258}" dt="2026-10-27T14:10:55.161" v="2108" actId="478"/>
          <ac:grpSpMkLst>
            <pc:docMk/>
            <pc:sldMk cId="4110558548" sldId="360"/>
            <ac:grpSpMk id="7" creationId="{34C0E4CA-FD1F-B0DC-FF8F-E4F990AC4408}"/>
          </ac:grpSpMkLst>
        </pc:grpChg>
        <pc:graphicFrameChg chg="add del mod modGraphic">
          <ac:chgData name="Tanwar, Amit (DI SW EDA IC DVT RD IN QVIP SAV)" userId="81606c36-4062-44db-8075-d8cfceca2c8a" providerId="ADAL" clId="{D73310F5-FC21-496D-A340-40F448C20258}" dt="2026-10-27T14:12:21.748" v="2124" actId="478"/>
          <ac:graphicFrameMkLst>
            <pc:docMk/>
            <pc:sldMk cId="4110558548" sldId="360"/>
            <ac:graphicFrameMk id="4" creationId="{99A5B6D9-82CB-71B4-6070-170AC63CFA70}"/>
          </ac:graphicFrameMkLst>
        </pc:graphicFrameChg>
        <pc:picChg chg="add mod">
          <ac:chgData name="Tanwar, Amit (DI SW EDA IC DVT RD IN QVIP SAV)" userId="81606c36-4062-44db-8075-d8cfceca2c8a" providerId="ADAL" clId="{D73310F5-FC21-496D-A340-40F448C20258}" dt="2026-10-27T14:12:44.853" v="2126" actId="1076"/>
          <ac:picMkLst>
            <pc:docMk/>
            <pc:sldMk cId="4110558548" sldId="360"/>
            <ac:picMk id="6" creationId="{9AED75A8-B8E9-0C59-ED19-D5050BAB69B7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13:02.812" v="2128" actId="1076"/>
          <ac:picMkLst>
            <pc:docMk/>
            <pc:sldMk cId="4110558548" sldId="360"/>
            <ac:picMk id="50" creationId="{6695D0B6-A98B-12A1-E7AC-CD3D9C93178D}"/>
          </ac:picMkLst>
        </pc:picChg>
      </pc:sldChg>
      <pc:sldChg chg="addSp delSp modSp add mod">
        <pc:chgData name="Tanwar, Amit (DI SW EDA IC DVT RD IN QVIP SAV)" userId="81606c36-4062-44db-8075-d8cfceca2c8a" providerId="ADAL" clId="{D73310F5-FC21-496D-A340-40F448C20258}" dt="2026-10-27T14:14:15.632" v="2135" actId="1076"/>
        <pc:sldMkLst>
          <pc:docMk/>
          <pc:sldMk cId="3136328241" sldId="361"/>
        </pc:sldMkLst>
        <pc:picChg chg="add mod">
          <ac:chgData name="Tanwar, Amit (DI SW EDA IC DVT RD IN QVIP SAV)" userId="81606c36-4062-44db-8075-d8cfceca2c8a" providerId="ADAL" clId="{D73310F5-FC21-496D-A340-40F448C20258}" dt="2026-10-27T14:13:45.246" v="2133" actId="1076"/>
          <ac:picMkLst>
            <pc:docMk/>
            <pc:sldMk cId="3136328241" sldId="361"/>
            <ac:picMk id="4" creationId="{8B9FB6EA-3BE4-FFDB-E205-E12C195F30C3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4:13:20.708" v="2130" actId="478"/>
          <ac:picMkLst>
            <pc:docMk/>
            <pc:sldMk cId="3136328241" sldId="361"/>
            <ac:picMk id="6" creationId="{34D1A9C7-18C5-5FE6-B941-512B26314C27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14:15.632" v="2135" actId="1076"/>
          <ac:picMkLst>
            <pc:docMk/>
            <pc:sldMk cId="3136328241" sldId="361"/>
            <ac:picMk id="7" creationId="{3961C3D9-F0E6-1E4C-66C6-E4BD492CFCEC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4:13:22.395" v="2131" actId="478"/>
          <ac:picMkLst>
            <pc:docMk/>
            <pc:sldMk cId="3136328241" sldId="361"/>
            <ac:picMk id="50" creationId="{5B4736B4-8A4E-03F2-1DFA-BA88348442C9}"/>
          </ac:picMkLst>
        </pc:picChg>
      </pc:sldChg>
      <pc:sldChg chg="addSp delSp modSp add mod">
        <pc:chgData name="Tanwar, Amit (DI SW EDA IC DVT RD IN QVIP SAV)" userId="81606c36-4062-44db-8075-d8cfceca2c8a" providerId="ADAL" clId="{D73310F5-FC21-496D-A340-40F448C20258}" dt="2026-10-27T14:15:30.881" v="2142" actId="1076"/>
        <pc:sldMkLst>
          <pc:docMk/>
          <pc:sldMk cId="4084285789" sldId="362"/>
        </pc:sldMkLst>
        <pc:picChg chg="del">
          <ac:chgData name="Tanwar, Amit (DI SW EDA IC DVT RD IN QVIP SAV)" userId="81606c36-4062-44db-8075-d8cfceca2c8a" providerId="ADAL" clId="{D73310F5-FC21-496D-A340-40F448C20258}" dt="2026-10-27T14:14:36.533" v="2137" actId="478"/>
          <ac:picMkLst>
            <pc:docMk/>
            <pc:sldMk cId="4084285789" sldId="362"/>
            <ac:picMk id="4" creationId="{88A3F845-7A62-04ED-D8C2-648765023288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15:00.428" v="2140" actId="1076"/>
          <ac:picMkLst>
            <pc:docMk/>
            <pc:sldMk cId="4084285789" sldId="362"/>
            <ac:picMk id="5" creationId="{57AB3178-3DD7-EA39-553C-51496D8D4999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4:14:38.091" v="2138" actId="478"/>
          <ac:picMkLst>
            <pc:docMk/>
            <pc:sldMk cId="4084285789" sldId="362"/>
            <ac:picMk id="7" creationId="{521CFE3E-EAB6-EF6D-51A5-D7A9D8B05244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15:30.881" v="2142" actId="1076"/>
          <ac:picMkLst>
            <pc:docMk/>
            <pc:sldMk cId="4084285789" sldId="362"/>
            <ac:picMk id="8" creationId="{5032519F-6DC9-32B2-453E-C5180218F9B3}"/>
          </ac:picMkLst>
        </pc:picChg>
      </pc:sldChg>
      <pc:sldChg chg="addSp delSp modSp add mod">
        <pc:chgData name="Tanwar, Amit (DI SW EDA IC DVT RD IN QVIP SAV)" userId="81606c36-4062-44db-8075-d8cfceca2c8a" providerId="ADAL" clId="{D73310F5-FC21-496D-A340-40F448C20258}" dt="2026-10-27T14:16:44.264" v="2149" actId="1076"/>
        <pc:sldMkLst>
          <pc:docMk/>
          <pc:sldMk cId="3689777457" sldId="363"/>
        </pc:sldMkLst>
        <pc:picChg chg="add mod">
          <ac:chgData name="Tanwar, Amit (DI SW EDA IC DVT RD IN QVIP SAV)" userId="81606c36-4062-44db-8075-d8cfceca2c8a" providerId="ADAL" clId="{D73310F5-FC21-496D-A340-40F448C20258}" dt="2026-10-27T14:16:13.900" v="2147" actId="1076"/>
          <ac:picMkLst>
            <pc:docMk/>
            <pc:sldMk cId="3689777457" sldId="363"/>
            <ac:picMk id="4" creationId="{54B83E3B-70ED-5AAB-8D82-263B0CE32779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4:15:48.367" v="2144" actId="478"/>
          <ac:picMkLst>
            <pc:docMk/>
            <pc:sldMk cId="3689777457" sldId="363"/>
            <ac:picMk id="5" creationId="{A86FFB12-F7F7-8C80-B597-BA580B0AB913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16:44.264" v="2149" actId="1076"/>
          <ac:picMkLst>
            <pc:docMk/>
            <pc:sldMk cId="3689777457" sldId="363"/>
            <ac:picMk id="7" creationId="{6B95BC39-7F39-91BC-16E2-24CA6B29FEE7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4:15:50.334" v="2145" actId="478"/>
          <ac:picMkLst>
            <pc:docMk/>
            <pc:sldMk cId="3689777457" sldId="363"/>
            <ac:picMk id="8" creationId="{0B64034F-ADEB-58D4-8D5B-D37B370A40BD}"/>
          </ac:picMkLst>
        </pc:picChg>
      </pc:sldChg>
      <pc:sldChg chg="addSp delSp modSp add mod">
        <pc:chgData name="Tanwar, Amit (DI SW EDA IC DVT RD IN QVIP SAV)" userId="81606c36-4062-44db-8075-d8cfceca2c8a" providerId="ADAL" clId="{D73310F5-FC21-496D-A340-40F448C20258}" dt="2026-10-27T14:17:35.062" v="2156" actId="1076"/>
        <pc:sldMkLst>
          <pc:docMk/>
          <pc:sldMk cId="1183576685" sldId="364"/>
        </pc:sldMkLst>
        <pc:picChg chg="del">
          <ac:chgData name="Tanwar, Amit (DI SW EDA IC DVT RD IN QVIP SAV)" userId="81606c36-4062-44db-8075-d8cfceca2c8a" providerId="ADAL" clId="{D73310F5-FC21-496D-A340-40F448C20258}" dt="2026-10-27T14:16:57.068" v="2151" actId="478"/>
          <ac:picMkLst>
            <pc:docMk/>
            <pc:sldMk cId="1183576685" sldId="364"/>
            <ac:picMk id="4" creationId="{89CDB1D0-BD27-DB08-AFE8-108AEAF4C39A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17:20.164" v="2154" actId="1076"/>
          <ac:picMkLst>
            <pc:docMk/>
            <pc:sldMk cId="1183576685" sldId="364"/>
            <ac:picMk id="5" creationId="{7688E8A5-1C0A-E0EC-28B7-DA4BCF720F0A}"/>
          </ac:picMkLst>
        </pc:picChg>
        <pc:picChg chg="del">
          <ac:chgData name="Tanwar, Amit (DI SW EDA IC DVT RD IN QVIP SAV)" userId="81606c36-4062-44db-8075-d8cfceca2c8a" providerId="ADAL" clId="{D73310F5-FC21-496D-A340-40F448C20258}" dt="2026-10-27T14:16:59.059" v="2152" actId="478"/>
          <ac:picMkLst>
            <pc:docMk/>
            <pc:sldMk cId="1183576685" sldId="364"/>
            <ac:picMk id="7" creationId="{A824A071-73CD-96E9-96CF-FBE350421E99}"/>
          </ac:picMkLst>
        </pc:picChg>
        <pc:picChg chg="add mod">
          <ac:chgData name="Tanwar, Amit (DI SW EDA IC DVT RD IN QVIP SAV)" userId="81606c36-4062-44db-8075-d8cfceca2c8a" providerId="ADAL" clId="{D73310F5-FC21-496D-A340-40F448C20258}" dt="2026-10-27T14:17:35.062" v="2156" actId="1076"/>
          <ac:picMkLst>
            <pc:docMk/>
            <pc:sldMk cId="1183576685" sldId="364"/>
            <ac:picMk id="8" creationId="{AD011A86-3AC5-9FCD-0446-10440379885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65799F-FB02-465F-A5CD-95F2899D838F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CADB5-F0BF-4F58-A3B1-BF59E5F03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545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CADB5-F0BF-4F58-A3B1-BF59E5F03E6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858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A2167-165C-C4F3-FF2D-57735CE2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CDE82-C394-2AB7-B924-FA3F6179D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B7628-1607-A542-524B-3E25993ED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37230-DC91-29D0-0BE3-79E7AA7A3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CADB5-F0BF-4F58-A3B1-BF59E5F03E6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717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if there is no local copy and </a:t>
            </a:r>
            <a:r>
              <a:rPr lang="en-IN" dirty="0" err="1"/>
              <a:t>i</a:t>
            </a:r>
            <a:r>
              <a:rPr lang="en-IN" dirty="0"/>
              <a:t> is used directly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CADB5-F0BF-4F58-A3B1-BF59E5F03E67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90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32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46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DF3DAF0E-BB8A-4082-8CE7-1BBCE61C8C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24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39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1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32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49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65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FEC69F24-2876-47B9-A4B6-0ADE800ECD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 marL="180000" indent="0">
              <a:spcAft>
                <a:spcPts val="900"/>
              </a:spcAft>
              <a:buNone/>
              <a:tabLst>
                <a:tab pos="5902325" algn="r"/>
              </a:tabLst>
              <a:defRPr b="0"/>
            </a:lvl1pPr>
            <a:lvl2pPr marL="285750" indent="-28575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5902325" algn="r"/>
              </a:tabLst>
              <a:defRPr lang="en-US" sz="18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902325" algn="r"/>
              </a:tabLst>
              <a:defRPr b="0" baseline="0"/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5902325" algn="r"/>
              </a:tabLst>
              <a:defRPr lang="en-US" sz="18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0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902325" algn="r"/>
              </a:tabLst>
              <a:defRPr sz="1800" b="0" baseline="0"/>
            </a:lvl7pPr>
            <a:lvl8pPr marL="360000" indent="0">
              <a:spcAft>
                <a:spcPts val="600"/>
              </a:spcAft>
              <a:buFont typeface="Arial" panose="020B0604020202020204" pitchFamily="34" charset="0"/>
              <a:buNone/>
              <a:tabLst>
                <a:tab pos="5902325" algn="r"/>
              </a:tabLst>
              <a:defRPr sz="1800" b="0" baseline="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1"/>
            <a:r>
              <a:rPr lang="en-US" dirty="0"/>
              <a:t>Bullet 1</a:t>
            </a:r>
          </a:p>
          <a:p>
            <a:pPr lvl="3"/>
            <a:r>
              <a:rPr lang="en-US" dirty="0"/>
              <a:t>Sub-bullet 1</a:t>
            </a:r>
          </a:p>
          <a:p>
            <a:pPr lvl="3"/>
            <a:r>
              <a:rPr lang="en-US" dirty="0"/>
              <a:t>Sub-bullet 2</a:t>
            </a:r>
          </a:p>
          <a:p>
            <a:pPr lvl="2"/>
            <a:r>
              <a:rPr lang="en-US" dirty="0"/>
              <a:t>Bullet 2</a:t>
            </a:r>
          </a:p>
          <a:p>
            <a:pPr lvl="2"/>
            <a:r>
              <a:rPr lang="en-US" dirty="0"/>
              <a:t>Bullet 3</a:t>
            </a:r>
          </a:p>
          <a:p>
            <a:pPr lvl="2"/>
            <a:r>
              <a:rPr lang="en-US" dirty="0"/>
              <a:t>Bullet 4</a:t>
            </a:r>
          </a:p>
          <a:p>
            <a:pPr lvl="3"/>
            <a:r>
              <a:rPr lang="en-US" dirty="0"/>
              <a:t>Sub-bullet 1</a:t>
            </a:r>
          </a:p>
          <a:p>
            <a:pPr lvl="3"/>
            <a:r>
              <a:rPr lang="en-US" dirty="0"/>
              <a:t>Sub-bullet 2</a:t>
            </a:r>
          </a:p>
          <a:p>
            <a:pPr lvl="2"/>
            <a:r>
              <a:rPr lang="en-US" dirty="0"/>
              <a:t>Summary</a:t>
            </a:r>
          </a:p>
          <a:p>
            <a:pPr lvl="7"/>
            <a:endParaRPr lang="en-US" dirty="0"/>
          </a:p>
          <a:p>
            <a:pPr marL="360000" lvl="1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14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978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2206">
          <p15:clr>
            <a:srgbClr val="65CEFF"/>
          </p15:clr>
        </p15:guide>
        <p15:guide id="9" orient="horz" pos="2343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  <p15:guide id="13" pos="4248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 marL="180000" indent="-180000"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0"/>
            </a:lvl3pPr>
            <a:lvl4pPr marL="645750" indent="-285750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  <a:tabLst>
                <a:tab pos="5902325" algn="r"/>
              </a:tabLst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0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645750" indent="-285750">
              <a:spcAft>
                <a:spcPts val="600"/>
              </a:spcAft>
              <a:tabLst>
                <a:tab pos="5902325" algn="r"/>
              </a:tabLst>
              <a:defRPr sz="18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1"/>
            <a:r>
              <a:rPr lang="en-US" dirty="0"/>
              <a:t>Bullet 1</a:t>
            </a:r>
          </a:p>
          <a:p>
            <a:pPr lvl="3"/>
            <a:r>
              <a:rPr lang="en-US" dirty="0"/>
              <a:t>Sub-bullet 1</a:t>
            </a:r>
          </a:p>
          <a:p>
            <a:pPr lvl="3"/>
            <a:r>
              <a:rPr lang="en-US" dirty="0"/>
              <a:t>Sub-bullet 2</a:t>
            </a:r>
          </a:p>
          <a:p>
            <a:pPr lvl="2"/>
            <a:r>
              <a:rPr lang="en-US" dirty="0"/>
              <a:t>Bullet 2</a:t>
            </a:r>
          </a:p>
          <a:p>
            <a:pPr lvl="2"/>
            <a:r>
              <a:rPr lang="en-US" dirty="0"/>
              <a:t>Bullet 3</a:t>
            </a:r>
          </a:p>
          <a:p>
            <a:pPr lvl="2"/>
            <a:r>
              <a:rPr lang="en-US" dirty="0"/>
              <a:t>Bullet 4</a:t>
            </a:r>
          </a:p>
          <a:p>
            <a:pPr lvl="3"/>
            <a:r>
              <a:rPr lang="en-US" dirty="0"/>
              <a:t>Sub-bullet 1</a:t>
            </a:r>
          </a:p>
          <a:p>
            <a:pPr lvl="3"/>
            <a:r>
              <a:rPr lang="en-US" dirty="0"/>
              <a:t>Sub-bullet 2</a:t>
            </a:r>
          </a:p>
          <a:p>
            <a:pPr lvl="2"/>
            <a:r>
              <a:rPr lang="en-US" dirty="0"/>
              <a:t>Summary</a:t>
            </a:r>
          </a:p>
          <a:p>
            <a:pPr marL="540000" lvl="3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79BD0B5-CAE3-9B35-9730-AA0971B6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978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2206">
          <p15:clr>
            <a:srgbClr val="65CEFF"/>
          </p15:clr>
        </p15:guide>
        <p15:guide id="9" orient="horz" pos="2343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  <p15:guide id="13" pos="4248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44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object (large)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>
            <a:lvl3pPr>
              <a:defRPr sz="1600"/>
            </a:lvl3pPr>
            <a:lvl4pPr>
              <a:defRPr sz="1400"/>
            </a:lvl4pPr>
            <a:lvl5pP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3" y="417600"/>
            <a:ext cx="9863997" cy="5472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859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7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6" pos="4975">
          <p15:clr>
            <a:srgbClr val="65CEFF"/>
          </p15:clr>
        </p15:guide>
        <p15:guide id="7" pos="5157">
          <p15:clr>
            <a:srgbClr val="65CEFF"/>
          </p15:clr>
        </p15:guide>
        <p15:guide id="8" pos="6472">
          <p15:clr>
            <a:srgbClr val="65CEFF"/>
          </p15:clr>
        </p15:guide>
        <p15:guide id="9" pos="7425">
          <p15:clr>
            <a:srgbClr val="65CEFF"/>
          </p15:clr>
        </p15:guide>
        <p15:guide id="10" orient="horz" pos="302">
          <p15:clr>
            <a:srgbClr val="65CEFF"/>
          </p15:clr>
        </p15:guide>
        <p15:guide id="11" orient="horz" pos="664">
          <p15:clr>
            <a:srgbClr val="65CEFF"/>
          </p15:clr>
        </p15:guide>
        <p15:guide id="12" orient="horz" pos="891">
          <p15:clr>
            <a:srgbClr val="65CEFF"/>
          </p15:clr>
        </p15:guide>
        <p15:guide id="13" orient="horz" pos="2206">
          <p15:clr>
            <a:srgbClr val="65CEFF"/>
          </p15:clr>
        </p15:guide>
        <p15:guide id="14" orient="horz" pos="2343">
          <p15:clr>
            <a:srgbClr val="65CEFF"/>
          </p15:clr>
        </p15:guide>
        <p15:guide id="15" orient="horz" pos="3658">
          <p15:clr>
            <a:srgbClr val="65CEFF"/>
          </p15:clr>
        </p15:guide>
        <p15:guide id="16" orient="horz" pos="3885">
          <p15:clr>
            <a:srgbClr val="65CEFF"/>
          </p15:clr>
        </p15:guide>
        <p15:guide id="1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30778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148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6" pos="4975">
          <p15:clr>
            <a:srgbClr val="65CEFF"/>
          </p15:clr>
        </p15:guide>
        <p15:guide id="7" pos="5157">
          <p15:clr>
            <a:srgbClr val="65CEFF"/>
          </p15:clr>
        </p15:guide>
        <p15:guide id="8" pos="6472">
          <p15:clr>
            <a:srgbClr val="65CEFF"/>
          </p15:clr>
        </p15:guide>
        <p15:guide id="9" pos="7425">
          <p15:clr>
            <a:srgbClr val="65CEFF"/>
          </p15:clr>
        </p15:guide>
        <p15:guide id="10" orient="horz" pos="302">
          <p15:clr>
            <a:srgbClr val="65CEFF"/>
          </p15:clr>
        </p15:guide>
        <p15:guide id="11" orient="horz" pos="664">
          <p15:clr>
            <a:srgbClr val="65CEFF"/>
          </p15:clr>
        </p15:guide>
        <p15:guide id="12" orient="horz" pos="891">
          <p15:clr>
            <a:srgbClr val="65CEFF"/>
          </p15:clr>
        </p15:guide>
        <p15:guide id="13" orient="horz" pos="2206">
          <p15:clr>
            <a:srgbClr val="65CEFF"/>
          </p15:clr>
        </p15:guide>
        <p15:guide id="14" orient="horz" pos="2343">
          <p15:clr>
            <a:srgbClr val="65CEFF"/>
          </p15:clr>
        </p15:guide>
        <p15:guide id="15" orient="horz" pos="3658">
          <p15:clr>
            <a:srgbClr val="65CEFF"/>
          </p15:clr>
        </p15:guide>
        <p15:guide id="16" orient="horz" pos="3885">
          <p15:clr>
            <a:srgbClr val="65CEFF"/>
          </p15:clr>
        </p15:guide>
        <p15:guide id="17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680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6" pos="4975">
          <p15:clr>
            <a:srgbClr val="65CEFF"/>
          </p15:clr>
        </p15:guide>
        <p15:guide id="7" pos="5157">
          <p15:clr>
            <a:srgbClr val="65CEFF"/>
          </p15:clr>
        </p15:guide>
        <p15:guide id="8" pos="6472">
          <p15:clr>
            <a:srgbClr val="65CEFF"/>
          </p15:clr>
        </p15:guide>
        <p15:guide id="9" pos="7425">
          <p15:clr>
            <a:srgbClr val="65CEFF"/>
          </p15:clr>
        </p15:guide>
        <p15:guide id="10" orient="horz" pos="302">
          <p15:clr>
            <a:srgbClr val="65CEFF"/>
          </p15:clr>
        </p15:guide>
        <p15:guide id="11" orient="horz" pos="664">
          <p15:clr>
            <a:srgbClr val="65CEFF"/>
          </p15:clr>
        </p15:guide>
        <p15:guide id="12" orient="horz" pos="891">
          <p15:clr>
            <a:srgbClr val="65CEFF"/>
          </p15:clr>
        </p15:guide>
        <p15:guide id="13" orient="horz" pos="2206">
          <p15:clr>
            <a:srgbClr val="65CEFF"/>
          </p15:clr>
        </p15:guide>
        <p15:guide id="14" orient="horz" pos="2343">
          <p15:clr>
            <a:srgbClr val="65CEFF"/>
          </p15:clr>
        </p15:guide>
        <p15:guide id="15" orient="horz" pos="3658">
          <p15:clr>
            <a:srgbClr val="65CEFF"/>
          </p15:clr>
        </p15:guide>
        <p15:guide id="16" orient="horz" pos="3885">
          <p15:clr>
            <a:srgbClr val="65CEFF"/>
          </p15:clr>
        </p15:guide>
        <p15:guide id="1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298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object (small)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2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30778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777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1542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4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s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2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30778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10400" y="727588"/>
            <a:ext cx="9863997" cy="412219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64197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70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columns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3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30778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410400" y="727588"/>
            <a:ext cx="9863997" cy="412219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244522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41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our objects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4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30778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8"/>
          <p:cNvSpPr>
            <a:spLocks noGrp="1"/>
          </p:cNvSpPr>
          <p:nvPr>
            <p:ph sz="quarter" idx="16" hasCustomPrompt="1"/>
          </p:nvPr>
        </p:nvSpPr>
        <p:spPr>
          <a:xfrm>
            <a:off x="410400" y="727588"/>
            <a:ext cx="9863997" cy="412219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4061967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25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s (Spotlight)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30778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410400" y="727588"/>
            <a:ext cx="9863997" cy="412219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1600256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963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19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ne table (large)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30778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410400" y="727588"/>
            <a:ext cx="9863997" cy="412219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2434178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5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40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509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endParaRPr lang="en-IN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99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EE98-6356-67C5-CAFE-2BF9CA3F9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0BCE9E-1A8A-645D-4CA3-98018DF43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678A8-A9C4-3B38-376B-3022ED45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2170-9895-49AC-B54D-F6A3773E4F2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4D5C3-733C-9987-CC05-F6A8BC660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5298F-144D-AAEA-6DFD-7E5B7AB53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37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Restricted | © Siemens 2026 | Siemens Digital Industries Software</a:t>
            </a:r>
          </a:p>
          <a:p>
            <a:endParaRPr lang="en-IN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fld id="{7285787F-00A9-4470-808F-6D39F8148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09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5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2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9DF010D-B282-891B-C624-0BA4AF83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4"/>
            <a:ext cx="11376788" cy="2462213"/>
          </a:xfrm>
        </p:spPr>
        <p:txBody>
          <a:bodyPr/>
          <a:lstStyle/>
          <a:p>
            <a:r>
              <a:rPr lang="en-US" dirty="0"/>
              <a:t>Communication Protocols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4B796C9-E84B-E0B9-81D3-D0F90F9C1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163" y="3876677"/>
            <a:ext cx="9288000" cy="1930398"/>
          </a:xfrm>
        </p:spPr>
        <p:txBody>
          <a:bodyPr/>
          <a:lstStyle/>
          <a:p>
            <a:r>
              <a:rPr lang="en-US" sz="2800" dirty="0"/>
              <a:t>Amit Tanwar</a:t>
            </a:r>
          </a:p>
          <a:p>
            <a:r>
              <a:rPr lang="en-US" sz="2800" dirty="0"/>
              <a:t>(Architect)</a:t>
            </a:r>
          </a:p>
        </p:txBody>
      </p:sp>
    </p:spTree>
    <p:extLst>
      <p:ext uri="{BB962C8B-B14F-4D97-AF65-F5344CB8AC3E}">
        <p14:creationId xmlns:p14="http://schemas.microsoft.com/office/powerpoint/2010/main" val="334849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231AD-6192-DC26-85E2-4F70A596B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A6F442-075A-FA7A-7A5D-401BF684E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-342900" algn="l"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292A2E"/>
                </a:solidFill>
                <a:effectLst/>
                <a:latin typeface="Atlassian Sans"/>
              </a:rPr>
              <a:t>Need for on‑chip communication protocols</a:t>
            </a:r>
          </a:p>
          <a:p>
            <a:pPr marL="0" marR="0" lvl="0" indent="-342900" algn="l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292A2E"/>
                </a:solidFill>
                <a:effectLst/>
                <a:latin typeface="Atlassian Sans"/>
              </a:rPr>
              <a:t>Role of buses in SoC architectures</a:t>
            </a:r>
          </a:p>
          <a:p>
            <a:pPr marL="0" marR="0" lvl="0" indent="-342900" algn="l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292A2E"/>
                </a:solidFill>
                <a:effectLst/>
                <a:latin typeface="Atlassian Sans"/>
              </a:rPr>
              <a:t>Handshake mechanisms (request–acknowledge, valid–ready)</a:t>
            </a:r>
          </a:p>
          <a:p>
            <a:pPr marL="0" marR="0" lvl="0" indent="-342900" algn="l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292A2E"/>
                </a:solidFill>
                <a:effectLst/>
                <a:latin typeface="Atlassian Sans"/>
              </a:rPr>
              <a:t>Overview of AMBA protocols (APB, AHB‑Lite, AXI4‑Lite)</a:t>
            </a:r>
          </a:p>
          <a:p>
            <a:pPr marL="0" marR="0" lvl="0" indent="-342900" algn="l"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292A2E"/>
                </a:solidFill>
                <a:effectLst/>
                <a:latin typeface="Atlassian Sans"/>
              </a:rPr>
              <a:t>Introduction to serial protocols (SPI, I2C), protocol timing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lvl="1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F8E9AF-2C25-27F0-4416-F5134B07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24618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B68EE-2BF6-4F85-82CA-56DF3C02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163A68-8880-82AE-F651-E349AFEBE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Communication Protocol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3063CD-3FE0-18ED-91C2-05D168F9C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1226841"/>
            <a:ext cx="4163006" cy="2429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D13725-2663-6434-0C05-148B8E24E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63" y="3792689"/>
            <a:ext cx="5601482" cy="23815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4AEA84-95FE-4F6B-9E10-668CC978C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162" y="1226841"/>
            <a:ext cx="5691675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0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1EEF8-975B-3B4A-454F-E45BD595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EA94D7-CDC4-75FE-6AC1-BE6207D6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We Need Protocol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E117D5-CCA6-EE9D-E1D7-EC42C3A8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2" y="1257270"/>
            <a:ext cx="5772956" cy="30388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41C4EA-696E-8BC4-58DD-54AAC940D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5" y="694892"/>
            <a:ext cx="3577242" cy="37198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ED3E68-B1DA-CEC1-B78F-38A14BF78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63" y="4414702"/>
            <a:ext cx="5980493" cy="23720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BBA3F8-245A-280A-A4F5-1E23741F6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4" y="4296169"/>
            <a:ext cx="4557712" cy="199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8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4C1DCC-9B7D-4BB7-831B-3D3FDC653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SoC Context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73EB6B-BD63-F743-5C79-28F82407A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86" y="1162944"/>
            <a:ext cx="6544402" cy="40857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E28E99-A758-1E28-4EE7-09E1369EE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00" y="1097582"/>
            <a:ext cx="4611614" cy="458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8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C5B59F-65ED-9828-BDCC-D3BA74551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On-Chip vs Off-Chip Communication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418778-98EC-C211-D59E-D24547C93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3" y="1025568"/>
            <a:ext cx="9469171" cy="13391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85D572-5E42-BF78-C3A4-831919179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700" y="2830176"/>
            <a:ext cx="4163006" cy="28007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8557AF-D1BE-6183-A112-B60941794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72" y="2082824"/>
            <a:ext cx="6295172" cy="24104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59774D-FA85-8D13-0942-B593FEF46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372" y="4442170"/>
            <a:ext cx="4505954" cy="241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8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A07F3-E673-50AD-5CFF-F2E58537E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0B4F0C-F360-D925-62CA-FC765EF8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On-Chip vs Off-Chip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3061C-36D8-2BE0-DED0-0DE6F8449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18" y="1118531"/>
            <a:ext cx="8554644" cy="1219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DB2C88-E2BC-C84B-708D-15BD8EC50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63" y="2337901"/>
            <a:ext cx="4316285" cy="2905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E5AEAC-6EFE-5EA7-0249-415694BF5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2025" y="2191246"/>
            <a:ext cx="3818119" cy="38105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C418E0-31DC-891D-CF5A-E16757700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9555" y="1048087"/>
            <a:ext cx="3181794" cy="3048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6ACF1D-F475-AD8F-5196-276AF92FF1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839" y="3980307"/>
            <a:ext cx="5237945" cy="252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9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97B409-BB03-BC8C-B78B-FD3274BE3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Complete Portfolio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00A06C-80FC-473A-AA82-EACC35D3736E}"/>
              </a:ext>
            </a:extLst>
          </p:cNvPr>
          <p:cNvGrpSpPr/>
          <p:nvPr/>
        </p:nvGrpSpPr>
        <p:grpSpPr>
          <a:xfrm>
            <a:off x="795616" y="1520258"/>
            <a:ext cx="10259997" cy="4213176"/>
            <a:chOff x="1301911" y="2138526"/>
            <a:chExt cx="10259997" cy="4213176"/>
          </a:xfrm>
        </p:grpSpPr>
        <p:sp>
          <p:nvSpPr>
            <p:cNvPr id="8" name="protocol - amba">
              <a:extLst>
                <a:ext uri="{FF2B5EF4-FFF2-40B4-BE49-F238E27FC236}">
                  <a16:creationId xmlns:a16="http://schemas.microsoft.com/office/drawing/2014/main" id="{C5B47547-550C-B653-854C-27A0F1FFFEC5}"/>
                </a:ext>
              </a:extLst>
            </p:cNvPr>
            <p:cNvSpPr/>
            <p:nvPr/>
          </p:nvSpPr>
          <p:spPr>
            <a:xfrm>
              <a:off x="5342786" y="2312483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AMBA</a:t>
              </a:r>
              <a:r>
                <a:rPr lang="en-US" sz="1200" baseline="38000"/>
                <a:t>®</a:t>
              </a:r>
            </a:p>
          </p:txBody>
        </p:sp>
        <p:sp>
          <p:nvSpPr>
            <p:cNvPr id="9" name="protocol - serial">
              <a:extLst>
                <a:ext uri="{FF2B5EF4-FFF2-40B4-BE49-F238E27FC236}">
                  <a16:creationId xmlns:a16="http://schemas.microsoft.com/office/drawing/2014/main" id="{46B245CD-67FE-2498-F6C5-915A8068908C}"/>
                </a:ext>
              </a:extLst>
            </p:cNvPr>
            <p:cNvSpPr/>
            <p:nvPr/>
          </p:nvSpPr>
          <p:spPr>
            <a:xfrm>
              <a:off x="4648773" y="2663776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Serial</a:t>
              </a:r>
            </a:p>
          </p:txBody>
        </p:sp>
        <p:sp>
          <p:nvSpPr>
            <p:cNvPr id="10" name="protocol - usb">
              <a:extLst>
                <a:ext uri="{FF2B5EF4-FFF2-40B4-BE49-F238E27FC236}">
                  <a16:creationId xmlns:a16="http://schemas.microsoft.com/office/drawing/2014/main" id="{8A8F5C21-0BBB-014A-B8DF-BAF87E1165C0}"/>
                </a:ext>
              </a:extLst>
            </p:cNvPr>
            <p:cNvSpPr/>
            <p:nvPr/>
          </p:nvSpPr>
          <p:spPr>
            <a:xfrm>
              <a:off x="4188063" y="3305597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USB</a:t>
              </a:r>
            </a:p>
          </p:txBody>
        </p:sp>
        <p:sp>
          <p:nvSpPr>
            <p:cNvPr id="11" name="protocol - display">
              <a:extLst>
                <a:ext uri="{FF2B5EF4-FFF2-40B4-BE49-F238E27FC236}">
                  <a16:creationId xmlns:a16="http://schemas.microsoft.com/office/drawing/2014/main" id="{68457643-26A5-8063-D317-9D0A5C75581A}"/>
                </a:ext>
              </a:extLst>
            </p:cNvPr>
            <p:cNvSpPr/>
            <p:nvPr/>
          </p:nvSpPr>
          <p:spPr>
            <a:xfrm>
              <a:off x="4085147" y="4086016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Display</a:t>
              </a:r>
            </a:p>
          </p:txBody>
        </p:sp>
        <p:sp>
          <p:nvSpPr>
            <p:cNvPr id="12" name="protocol - automotive">
              <a:extLst>
                <a:ext uri="{FF2B5EF4-FFF2-40B4-BE49-F238E27FC236}">
                  <a16:creationId xmlns:a16="http://schemas.microsoft.com/office/drawing/2014/main" id="{6DAD6DC2-DFEC-CCB0-8690-61EBA66962FF}"/>
                </a:ext>
              </a:extLst>
            </p:cNvPr>
            <p:cNvSpPr/>
            <p:nvPr/>
          </p:nvSpPr>
          <p:spPr>
            <a:xfrm>
              <a:off x="4348897" y="4825093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Auto</a:t>
              </a:r>
            </a:p>
          </p:txBody>
        </p:sp>
        <p:sp>
          <p:nvSpPr>
            <p:cNvPr id="13" name="protocol - mipi">
              <a:extLst>
                <a:ext uri="{FF2B5EF4-FFF2-40B4-BE49-F238E27FC236}">
                  <a16:creationId xmlns:a16="http://schemas.microsoft.com/office/drawing/2014/main" id="{58B0CB42-69BE-CB1E-5559-069372CDDB7E}"/>
                </a:ext>
              </a:extLst>
            </p:cNvPr>
            <p:cNvSpPr/>
            <p:nvPr/>
          </p:nvSpPr>
          <p:spPr>
            <a:xfrm>
              <a:off x="4928032" y="5356464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MIPI</a:t>
              </a:r>
            </a:p>
          </p:txBody>
        </p:sp>
        <p:sp>
          <p:nvSpPr>
            <p:cNvPr id="14" name="protocol - milaero">
              <a:extLst>
                <a:ext uri="{FF2B5EF4-FFF2-40B4-BE49-F238E27FC236}">
                  <a16:creationId xmlns:a16="http://schemas.microsoft.com/office/drawing/2014/main" id="{E2F5583D-7A89-8CC5-E94A-E9BFCFF97C8E}"/>
                </a:ext>
              </a:extLst>
            </p:cNvPr>
            <p:cNvSpPr/>
            <p:nvPr/>
          </p:nvSpPr>
          <p:spPr>
            <a:xfrm>
              <a:off x="5682091" y="5550983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MilAero</a:t>
              </a:r>
            </a:p>
          </p:txBody>
        </p:sp>
        <p:sp>
          <p:nvSpPr>
            <p:cNvPr id="15" name="protocol - ddr">
              <a:extLst>
                <a:ext uri="{FF2B5EF4-FFF2-40B4-BE49-F238E27FC236}">
                  <a16:creationId xmlns:a16="http://schemas.microsoft.com/office/drawing/2014/main" id="{D39823D1-08DE-8D27-BAA8-259217F1A8E1}"/>
                </a:ext>
              </a:extLst>
            </p:cNvPr>
            <p:cNvSpPr/>
            <p:nvPr/>
          </p:nvSpPr>
          <p:spPr>
            <a:xfrm>
              <a:off x="6440131" y="5380785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DDR</a:t>
              </a:r>
            </a:p>
          </p:txBody>
        </p:sp>
        <p:sp>
          <p:nvSpPr>
            <p:cNvPr id="16" name="protocol - flash">
              <a:extLst>
                <a:ext uri="{FF2B5EF4-FFF2-40B4-BE49-F238E27FC236}">
                  <a16:creationId xmlns:a16="http://schemas.microsoft.com/office/drawing/2014/main" id="{740020A8-DEF0-024D-29BB-2869BFBB649A}"/>
                </a:ext>
              </a:extLst>
            </p:cNvPr>
            <p:cNvSpPr/>
            <p:nvPr/>
          </p:nvSpPr>
          <p:spPr>
            <a:xfrm>
              <a:off x="7041725" y="4876498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Flash</a:t>
              </a:r>
            </a:p>
          </p:txBody>
        </p:sp>
        <p:sp>
          <p:nvSpPr>
            <p:cNvPr id="17" name="protocol - storage">
              <a:extLst>
                <a:ext uri="{FF2B5EF4-FFF2-40B4-BE49-F238E27FC236}">
                  <a16:creationId xmlns:a16="http://schemas.microsoft.com/office/drawing/2014/main" id="{E591002D-5C36-9976-F4A3-A8E0BD9DECCA}"/>
                </a:ext>
              </a:extLst>
            </p:cNvPr>
            <p:cNvSpPr/>
            <p:nvPr/>
          </p:nvSpPr>
          <p:spPr>
            <a:xfrm>
              <a:off x="7335261" y="4142861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Storage</a:t>
              </a:r>
            </a:p>
          </p:txBody>
        </p:sp>
        <p:sp>
          <p:nvSpPr>
            <p:cNvPr id="18" name="protocol - ucie">
              <a:extLst>
                <a:ext uri="{FF2B5EF4-FFF2-40B4-BE49-F238E27FC236}">
                  <a16:creationId xmlns:a16="http://schemas.microsoft.com/office/drawing/2014/main" id="{70668C37-2D71-2B31-B8A0-9F4A9E31CDFC}"/>
                </a:ext>
              </a:extLst>
            </p:cNvPr>
            <p:cNvSpPr/>
            <p:nvPr/>
          </p:nvSpPr>
          <p:spPr>
            <a:xfrm>
              <a:off x="7258045" y="3363056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 err="1"/>
                <a:t>UCIe</a:t>
              </a:r>
              <a:endParaRPr lang="en-US" sz="1400"/>
            </a:p>
          </p:txBody>
        </p:sp>
        <p:sp>
          <p:nvSpPr>
            <p:cNvPr id="19" name="protocol - pcie">
              <a:extLst>
                <a:ext uri="{FF2B5EF4-FFF2-40B4-BE49-F238E27FC236}">
                  <a16:creationId xmlns:a16="http://schemas.microsoft.com/office/drawing/2014/main" id="{932A8C96-3942-A743-7F71-AAED20B7F6F7}"/>
                </a:ext>
              </a:extLst>
            </p:cNvPr>
            <p:cNvSpPr/>
            <p:nvPr/>
          </p:nvSpPr>
          <p:spPr>
            <a:xfrm>
              <a:off x="6813595" y="2707414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PCIe</a:t>
              </a:r>
              <a:r>
                <a:rPr lang="en-US" sz="1200" baseline="38000"/>
                <a:t>®</a:t>
              </a:r>
              <a:endParaRPr lang="en-US" sz="1400" baseline="38000"/>
            </a:p>
          </p:txBody>
        </p:sp>
        <p:sp>
          <p:nvSpPr>
            <p:cNvPr id="20" name="protocol - ethernet">
              <a:extLst>
                <a:ext uri="{FF2B5EF4-FFF2-40B4-BE49-F238E27FC236}">
                  <a16:creationId xmlns:a16="http://schemas.microsoft.com/office/drawing/2014/main" id="{2EAFC24A-060B-632F-64F9-34216244AC43}"/>
                </a:ext>
              </a:extLst>
            </p:cNvPr>
            <p:cNvSpPr/>
            <p:nvPr/>
          </p:nvSpPr>
          <p:spPr>
            <a:xfrm>
              <a:off x="6121296" y="2329296"/>
              <a:ext cx="737402" cy="737402"/>
            </a:xfrm>
            <a:prstGeom prst="ellipse">
              <a:avLst/>
            </a:prstGeom>
            <a:solidFill>
              <a:srgbClr val="00557C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 anchorCtr="0"/>
            <a:lstStyle/>
            <a:p>
              <a:pPr algn="ctr"/>
              <a:r>
                <a:rPr lang="en-US" sz="1400"/>
                <a:t>Ethernet</a:t>
              </a:r>
            </a:p>
          </p:txBody>
        </p:sp>
        <p:sp>
          <p:nvSpPr>
            <p:cNvPr id="21" name="text - SoC">
              <a:extLst>
                <a:ext uri="{FF2B5EF4-FFF2-40B4-BE49-F238E27FC236}">
                  <a16:creationId xmlns:a16="http://schemas.microsoft.com/office/drawing/2014/main" id="{717CDB07-1D52-CC99-26D9-7D90B8E913DE}"/>
                </a:ext>
              </a:extLst>
            </p:cNvPr>
            <p:cNvSpPr txBox="1"/>
            <p:nvPr/>
          </p:nvSpPr>
          <p:spPr>
            <a:xfrm>
              <a:off x="1482962" y="2380553"/>
              <a:ext cx="3417603" cy="89255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sz="1600" u="sng" dirty="0">
                  <a:solidFill>
                    <a:schemeClr val="tx2"/>
                  </a:solidFill>
                </a:rPr>
                <a:t>SoC essentials    </a:t>
              </a:r>
            </a:p>
            <a:p>
              <a:pPr algn="r"/>
              <a:r>
                <a:rPr lang="en-US" sz="1400" dirty="0">
                  <a:solidFill>
                    <a:schemeClr val="accent1"/>
                  </a:solidFill>
                </a:rPr>
                <a:t>CHI, ACE5, AXI5, AHB, APB           </a:t>
              </a:r>
              <a:br>
                <a:rPr lang="en-US" sz="1400" dirty="0">
                  <a:solidFill>
                    <a:schemeClr val="accent1"/>
                  </a:solidFill>
                </a:rPr>
              </a:br>
              <a:r>
                <a:rPr lang="en-US" sz="1400" dirty="0">
                  <a:solidFill>
                    <a:schemeClr val="accent1"/>
                  </a:solidFill>
                </a:rPr>
                <a:t>CXS, TileLink, JTAG, UART                </a:t>
              </a:r>
              <a:br>
                <a:rPr lang="en-US" sz="1400" dirty="0">
                  <a:solidFill>
                    <a:schemeClr val="accent1"/>
                  </a:solidFill>
                </a:rPr>
              </a:br>
              <a:r>
                <a:rPr lang="en-US" sz="1400" dirty="0">
                  <a:solidFill>
                    <a:schemeClr val="accent1"/>
                  </a:solidFill>
                </a:rPr>
                <a:t>SMBus, SPI/xSPI, I2C/I3C/I2S                    </a:t>
              </a:r>
            </a:p>
          </p:txBody>
        </p:sp>
        <p:sp>
          <p:nvSpPr>
            <p:cNvPr id="22" name="text - human">
              <a:extLst>
                <a:ext uri="{FF2B5EF4-FFF2-40B4-BE49-F238E27FC236}">
                  <a16:creationId xmlns:a16="http://schemas.microsoft.com/office/drawing/2014/main" id="{42F07FD6-9ACA-B0A4-9E2D-9F9CAFE76724}"/>
                </a:ext>
              </a:extLst>
            </p:cNvPr>
            <p:cNvSpPr txBox="1"/>
            <p:nvPr/>
          </p:nvSpPr>
          <p:spPr>
            <a:xfrm>
              <a:off x="1301911" y="3533615"/>
              <a:ext cx="2800446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sz="1600" u="sng" dirty="0">
                  <a:solidFill>
                    <a:schemeClr val="tx2"/>
                  </a:solidFill>
                </a:rPr>
                <a:t>human interface  </a:t>
              </a:r>
            </a:p>
            <a:p>
              <a:pPr algn="r"/>
              <a:r>
                <a:rPr lang="en-US" sz="1400" dirty="0">
                  <a:solidFill>
                    <a:schemeClr val="accent1"/>
                  </a:solidFill>
                </a:rPr>
                <a:t>USB4, USB3.2, PD, SoundWire    </a:t>
              </a:r>
            </a:p>
            <a:p>
              <a:pPr algn="r"/>
              <a:r>
                <a:rPr lang="en-US" sz="1400" dirty="0">
                  <a:solidFill>
                    <a:schemeClr val="accent1"/>
                  </a:solidFill>
                </a:rPr>
                <a:t>HDMI2.1a, DP2.0, DPI, SFPDP     </a:t>
              </a:r>
            </a:p>
          </p:txBody>
        </p:sp>
        <p:sp>
          <p:nvSpPr>
            <p:cNvPr id="23" name="text - automotive">
              <a:extLst>
                <a:ext uri="{FF2B5EF4-FFF2-40B4-BE49-F238E27FC236}">
                  <a16:creationId xmlns:a16="http://schemas.microsoft.com/office/drawing/2014/main" id="{5DBE0720-4994-808A-0915-72FA93ACA9AA}"/>
                </a:ext>
              </a:extLst>
            </p:cNvPr>
            <p:cNvSpPr txBox="1"/>
            <p:nvPr/>
          </p:nvSpPr>
          <p:spPr>
            <a:xfrm>
              <a:off x="1376045" y="4605053"/>
              <a:ext cx="2905743" cy="861774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noAutofit/>
            </a:bodyPr>
            <a:lstStyle/>
            <a:p>
              <a:pPr algn="r"/>
              <a:r>
                <a:rPr lang="en-US" sz="1600" dirty="0">
                  <a:solidFill>
                    <a:schemeClr val="tx1"/>
                  </a:solidFill>
                </a:rPr>
                <a:t> </a:t>
              </a:r>
              <a:r>
                <a:rPr lang="en-US" sz="1600" u="sng" dirty="0">
                  <a:solidFill>
                    <a:schemeClr val="tx2"/>
                  </a:solidFill>
                </a:rPr>
                <a:t>automotive net    </a:t>
              </a:r>
              <a:r>
                <a:rPr lang="en-US" sz="1600" dirty="0">
                  <a:solidFill>
                    <a:schemeClr val="tx2"/>
                  </a:solidFill>
                </a:rPr>
                <a:t>   </a:t>
              </a:r>
            </a:p>
            <a:p>
              <a:pPr algn="r"/>
              <a:r>
                <a:rPr lang="en-US" sz="1400" dirty="0">
                  <a:solidFill>
                    <a:schemeClr val="accent1"/>
                  </a:solidFill>
                </a:rPr>
                <a:t> 10M-10G T1 Auto Ethernet, TSN/AVB      </a:t>
              </a:r>
              <a:br>
                <a:rPr lang="en-US" sz="1400" dirty="0">
                  <a:solidFill>
                    <a:schemeClr val="accent1"/>
                  </a:solidFill>
                </a:rPr>
              </a:br>
              <a:r>
                <a:rPr lang="en-US" sz="1400" dirty="0">
                  <a:solidFill>
                    <a:schemeClr val="accent1"/>
                  </a:solidFill>
                </a:rPr>
                <a:t>CAN/LIN, </a:t>
              </a:r>
              <a:r>
                <a:rPr lang="en-US" sz="1400" dirty="0" err="1">
                  <a:solidFill>
                    <a:schemeClr val="accent1"/>
                  </a:solidFill>
                </a:rPr>
                <a:t>Flexray</a:t>
              </a:r>
              <a:r>
                <a:rPr lang="en-US" sz="1400" dirty="0">
                  <a:solidFill>
                    <a:schemeClr val="accent1"/>
                  </a:solidFill>
                </a:rPr>
                <a:t>, MIPI CSI/DSI    </a:t>
              </a:r>
            </a:p>
          </p:txBody>
        </p:sp>
        <p:sp>
          <p:nvSpPr>
            <p:cNvPr id="24" name="text - mil-aero">
              <a:extLst>
                <a:ext uri="{FF2B5EF4-FFF2-40B4-BE49-F238E27FC236}">
                  <a16:creationId xmlns:a16="http://schemas.microsoft.com/office/drawing/2014/main" id="{9D06BB61-E603-1B4E-A38F-D3178A261CDF}"/>
                </a:ext>
              </a:extLst>
            </p:cNvPr>
            <p:cNvSpPr txBox="1"/>
            <p:nvPr/>
          </p:nvSpPr>
          <p:spPr>
            <a:xfrm>
              <a:off x="2222709" y="5567474"/>
              <a:ext cx="2800447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sz="1600" u="sng">
                  <a:solidFill>
                    <a:schemeClr val="tx2"/>
                  </a:solidFill>
                </a:rPr>
                <a:t>mil-aero verticals      </a:t>
              </a:r>
              <a:r>
                <a:rPr lang="en-US" sz="1600">
                  <a:solidFill>
                    <a:schemeClr val="tx2"/>
                  </a:solidFill>
                </a:rPr>
                <a:t>      </a:t>
              </a:r>
            </a:p>
            <a:p>
              <a:pPr algn="r"/>
              <a:r>
                <a:rPr lang="en-US" sz="1400">
                  <a:solidFill>
                    <a:schemeClr val="accent1"/>
                  </a:solidFill>
                </a:rPr>
                <a:t>PCI, JESD204, SRIO, Mil-Std         </a:t>
              </a:r>
              <a:br>
                <a:rPr lang="en-US" sz="1400">
                  <a:solidFill>
                    <a:schemeClr val="accent1"/>
                  </a:solidFill>
                </a:rPr>
              </a:br>
              <a:r>
                <a:rPr lang="en-US" sz="1400">
                  <a:solidFill>
                    <a:schemeClr val="accent1"/>
                  </a:solidFill>
                </a:rPr>
                <a:t>SpaceWire, SpaceFibre, 1553b   </a:t>
              </a:r>
              <a:endParaRPr lang="en-US" sz="1400" b="1">
                <a:solidFill>
                  <a:schemeClr val="accent1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25" name="text - memory">
              <a:extLst>
                <a:ext uri="{FF2B5EF4-FFF2-40B4-BE49-F238E27FC236}">
                  <a16:creationId xmlns:a16="http://schemas.microsoft.com/office/drawing/2014/main" id="{1C05F3FC-FD01-BCDC-4A0C-05D90D2CD324}"/>
                </a:ext>
              </a:extLst>
            </p:cNvPr>
            <p:cNvSpPr txBox="1"/>
            <p:nvPr/>
          </p:nvSpPr>
          <p:spPr>
            <a:xfrm>
              <a:off x="7367756" y="5578431"/>
              <a:ext cx="3165931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>
                  <a:solidFill>
                    <a:schemeClr val="tx2"/>
                  </a:solidFill>
                </a:rPr>
                <a:t>  </a:t>
              </a:r>
              <a:r>
                <a:rPr lang="en-US" sz="1600" u="sng" dirty="0">
                  <a:solidFill>
                    <a:schemeClr val="tx2"/>
                  </a:solidFill>
                </a:rPr>
                <a:t>      memory models</a:t>
              </a:r>
            </a:p>
            <a:p>
              <a:r>
                <a:rPr lang="en-US" sz="1400" dirty="0">
                  <a:solidFill>
                    <a:schemeClr val="accent1"/>
                  </a:solidFill>
                </a:rPr>
                <a:t>     DDR5, LPDDR5/6, GDDR6/7, DFI</a:t>
              </a:r>
              <a:br>
                <a:rPr lang="en-US" sz="1400" dirty="0">
                  <a:solidFill>
                    <a:schemeClr val="accent1"/>
                  </a:solidFill>
                </a:rPr>
              </a:br>
              <a:r>
                <a:rPr lang="en-US" sz="1400" dirty="0">
                  <a:solidFill>
                    <a:schemeClr val="accent1"/>
                  </a:solidFill>
                </a:rPr>
                <a:t>RDIMM5, LRDIMM5, MRDIMM5, HBM4</a:t>
              </a:r>
            </a:p>
          </p:txBody>
        </p:sp>
        <p:sp>
          <p:nvSpPr>
            <p:cNvPr id="26" name="text - storage">
              <a:extLst>
                <a:ext uri="{FF2B5EF4-FFF2-40B4-BE49-F238E27FC236}">
                  <a16:creationId xmlns:a16="http://schemas.microsoft.com/office/drawing/2014/main" id="{0D95BC71-E092-83E0-A2B3-4725D9D1BDAC}"/>
                </a:ext>
              </a:extLst>
            </p:cNvPr>
            <p:cNvSpPr txBox="1"/>
            <p:nvPr/>
          </p:nvSpPr>
          <p:spPr>
            <a:xfrm>
              <a:off x="7860833" y="4748683"/>
              <a:ext cx="3701075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solidFill>
                    <a:schemeClr val="tx2"/>
                  </a:solidFill>
                </a:rPr>
                <a:t>   </a:t>
              </a:r>
              <a:r>
                <a:rPr lang="en-US" sz="1600" u="sng" dirty="0">
                  <a:solidFill>
                    <a:schemeClr val="tx2"/>
                  </a:solidFill>
                </a:rPr>
                <a:t>   high-perf storage</a:t>
              </a:r>
            </a:p>
            <a:p>
              <a:r>
                <a:rPr lang="en-US" sz="1400" dirty="0">
                  <a:solidFill>
                    <a:schemeClr val="accent1"/>
                  </a:solidFill>
                </a:rPr>
                <a:t>      CXL2/3/4, NVMe, UAS, SAS, SATA, AHCI,</a:t>
              </a:r>
              <a:br>
                <a:rPr lang="en-US" sz="1400" dirty="0">
                  <a:solidFill>
                    <a:schemeClr val="accent1"/>
                  </a:solidFill>
                </a:rPr>
              </a:br>
              <a:r>
                <a:rPr lang="en-US" sz="1400" dirty="0">
                  <a:solidFill>
                    <a:schemeClr val="accent1"/>
                  </a:solidFill>
                </a:rPr>
                <a:t>   UFS4, eMMC, SD, ONFI, Flash/SSD stds</a:t>
              </a:r>
            </a:p>
          </p:txBody>
        </p:sp>
        <p:sp>
          <p:nvSpPr>
            <p:cNvPr id="27" name="text - 3DIC">
              <a:extLst>
                <a:ext uri="{FF2B5EF4-FFF2-40B4-BE49-F238E27FC236}">
                  <a16:creationId xmlns:a16="http://schemas.microsoft.com/office/drawing/2014/main" id="{A21BF5B4-C604-7172-95EA-3414AF12D813}"/>
                </a:ext>
              </a:extLst>
            </p:cNvPr>
            <p:cNvSpPr txBox="1"/>
            <p:nvPr/>
          </p:nvSpPr>
          <p:spPr>
            <a:xfrm>
              <a:off x="8133979" y="3879199"/>
              <a:ext cx="3226328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u="sng" dirty="0">
                  <a:solidFill>
                    <a:schemeClr val="tx2"/>
                  </a:solidFill>
                </a:rPr>
                <a:t>  3DIC/</a:t>
              </a:r>
              <a:r>
                <a:rPr lang="en-US" sz="1600" u="sng" dirty="0" err="1">
                  <a:solidFill>
                    <a:schemeClr val="tx2"/>
                  </a:solidFill>
                </a:rPr>
                <a:t>chiplet</a:t>
              </a:r>
              <a:endParaRPr lang="en-US" sz="1600" u="sng" dirty="0">
                <a:solidFill>
                  <a:schemeClr val="tx2"/>
                </a:solidFill>
              </a:endParaRPr>
            </a:p>
            <a:p>
              <a:r>
                <a:rPr lang="en-US" sz="1400" dirty="0">
                  <a:solidFill>
                    <a:schemeClr val="accent1"/>
                  </a:solidFill>
                </a:rPr>
                <a:t>    UCIe 1.1/2.0/3.0, C2C, HBM2E/3/4</a:t>
              </a:r>
              <a:br>
                <a:rPr lang="en-US" sz="1400" dirty="0">
                  <a:solidFill>
                    <a:schemeClr val="accent1"/>
                  </a:solidFill>
                </a:rPr>
              </a:br>
              <a:r>
                <a:rPr lang="en-US" sz="1400" dirty="0">
                  <a:solidFill>
                    <a:schemeClr val="accent1"/>
                  </a:solidFill>
                </a:rPr>
                <a:t>    Custom Solutions &amp; Services</a:t>
              </a:r>
            </a:p>
          </p:txBody>
        </p:sp>
        <p:sp>
          <p:nvSpPr>
            <p:cNvPr id="28" name="text - HPC">
              <a:extLst>
                <a:ext uri="{FF2B5EF4-FFF2-40B4-BE49-F238E27FC236}">
                  <a16:creationId xmlns:a16="http://schemas.microsoft.com/office/drawing/2014/main" id="{817B365B-4054-11F7-5022-95219F1E1C60}"/>
                </a:ext>
              </a:extLst>
            </p:cNvPr>
            <p:cNvSpPr txBox="1"/>
            <p:nvPr/>
          </p:nvSpPr>
          <p:spPr>
            <a:xfrm>
              <a:off x="7838191" y="2991691"/>
              <a:ext cx="2766783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u="sng" dirty="0">
                  <a:solidFill>
                    <a:schemeClr val="tx2"/>
                  </a:solidFill>
                </a:rPr>
                <a:t>   high-perf compute</a:t>
              </a:r>
            </a:p>
            <a:p>
              <a:r>
                <a:rPr lang="en-US" sz="1400" dirty="0">
                  <a:solidFill>
                    <a:schemeClr val="accent1"/>
                  </a:solidFill>
                </a:rPr>
                <a:t>       PCIe5/6/7/Gen8 interconnect</a:t>
              </a:r>
            </a:p>
            <a:p>
              <a:r>
                <a:rPr lang="en-US" sz="1400" dirty="0">
                  <a:solidFill>
                    <a:schemeClr val="accent1"/>
                  </a:solidFill>
                </a:rPr>
                <a:t>        CCIX, CXL 2.0/3.0/3.1/3.2/4.0</a:t>
              </a:r>
            </a:p>
          </p:txBody>
        </p:sp>
        <p:sp>
          <p:nvSpPr>
            <p:cNvPr id="29" name="text - networking">
              <a:extLst>
                <a:ext uri="{FF2B5EF4-FFF2-40B4-BE49-F238E27FC236}">
                  <a16:creationId xmlns:a16="http://schemas.microsoft.com/office/drawing/2014/main" id="{9597266B-FB12-FD6A-8156-5487F89D7870}"/>
                </a:ext>
              </a:extLst>
            </p:cNvPr>
            <p:cNvSpPr txBox="1"/>
            <p:nvPr/>
          </p:nvSpPr>
          <p:spPr>
            <a:xfrm>
              <a:off x="6795564" y="2138526"/>
              <a:ext cx="4360168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u="sng" dirty="0">
                  <a:solidFill>
                    <a:schemeClr val="tx2"/>
                  </a:solidFill>
                </a:rPr>
                <a:t>     networking</a:t>
              </a:r>
            </a:p>
            <a:p>
              <a:r>
                <a:rPr lang="en-US" sz="1400" dirty="0">
                  <a:solidFill>
                    <a:schemeClr val="accent1"/>
                  </a:solidFill>
                </a:rPr>
                <a:t>             Ethernet 800G/1600G, MacSec</a:t>
              </a:r>
            </a:p>
            <a:p>
              <a:r>
                <a:rPr lang="en-US" sz="1400" dirty="0">
                  <a:solidFill>
                    <a:schemeClr val="accent1"/>
                  </a:solidFill>
                </a:rPr>
                <a:t>                   Flex-E, BaseT, UEC, UALink1/2, Infiniband</a:t>
              </a:r>
            </a:p>
          </p:txBody>
        </p:sp>
        <p:sp>
          <p:nvSpPr>
            <p:cNvPr id="30" name="arc - SoC">
              <a:extLst>
                <a:ext uri="{FF2B5EF4-FFF2-40B4-BE49-F238E27FC236}">
                  <a16:creationId xmlns:a16="http://schemas.microsoft.com/office/drawing/2014/main" id="{9FBE08DA-C4E3-30AC-3C57-4FD9190ED41A}"/>
                </a:ext>
              </a:extLst>
            </p:cNvPr>
            <p:cNvSpPr/>
            <p:nvPr/>
          </p:nvSpPr>
          <p:spPr>
            <a:xfrm>
              <a:off x="4023035" y="2230290"/>
              <a:ext cx="4117338" cy="4117338"/>
            </a:xfrm>
            <a:prstGeom prst="arc">
              <a:avLst>
                <a:gd name="adj1" fmla="val 13169324"/>
                <a:gd name="adj2" fmla="val 16100711"/>
              </a:avLst>
            </a:prstGeom>
            <a:ln w="222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arc - human I/F">
              <a:extLst>
                <a:ext uri="{FF2B5EF4-FFF2-40B4-BE49-F238E27FC236}">
                  <a16:creationId xmlns:a16="http://schemas.microsoft.com/office/drawing/2014/main" id="{C25D32D6-F21F-93C8-72A5-387F9C1F1C2C}"/>
                </a:ext>
              </a:extLst>
            </p:cNvPr>
            <p:cNvSpPr/>
            <p:nvPr/>
          </p:nvSpPr>
          <p:spPr>
            <a:xfrm>
              <a:off x="4023035" y="2230290"/>
              <a:ext cx="4117338" cy="4117338"/>
            </a:xfrm>
            <a:prstGeom prst="arc">
              <a:avLst>
                <a:gd name="adj1" fmla="val 10154213"/>
                <a:gd name="adj2" fmla="val 12923567"/>
              </a:avLst>
            </a:prstGeom>
            <a:ln w="222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c - automotive">
              <a:extLst>
                <a:ext uri="{FF2B5EF4-FFF2-40B4-BE49-F238E27FC236}">
                  <a16:creationId xmlns:a16="http://schemas.microsoft.com/office/drawing/2014/main" id="{677C8357-7765-FB41-3E30-4727814C5535}"/>
                </a:ext>
              </a:extLst>
            </p:cNvPr>
            <p:cNvSpPr/>
            <p:nvPr/>
          </p:nvSpPr>
          <p:spPr>
            <a:xfrm>
              <a:off x="4023035" y="2230290"/>
              <a:ext cx="4117338" cy="4117338"/>
            </a:xfrm>
            <a:prstGeom prst="arc">
              <a:avLst>
                <a:gd name="adj1" fmla="val 8403337"/>
                <a:gd name="adj2" fmla="val 9914320"/>
              </a:avLst>
            </a:prstGeom>
            <a:ln w="222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arc - memory">
              <a:extLst>
                <a:ext uri="{FF2B5EF4-FFF2-40B4-BE49-F238E27FC236}">
                  <a16:creationId xmlns:a16="http://schemas.microsoft.com/office/drawing/2014/main" id="{7FE5283A-6EDE-BC8F-692D-65808C22F270}"/>
                </a:ext>
              </a:extLst>
            </p:cNvPr>
            <p:cNvSpPr/>
            <p:nvPr/>
          </p:nvSpPr>
          <p:spPr>
            <a:xfrm>
              <a:off x="4023035" y="2230290"/>
              <a:ext cx="4117338" cy="4117338"/>
            </a:xfrm>
            <a:prstGeom prst="arc">
              <a:avLst>
                <a:gd name="adj1" fmla="val 2315350"/>
                <a:gd name="adj2" fmla="val 4478498"/>
              </a:avLst>
            </a:prstGeom>
            <a:ln w="222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c - storage">
              <a:extLst>
                <a:ext uri="{FF2B5EF4-FFF2-40B4-BE49-F238E27FC236}">
                  <a16:creationId xmlns:a16="http://schemas.microsoft.com/office/drawing/2014/main" id="{F2963B0F-0A7F-C97D-AC73-D2CD92F3B186}"/>
                </a:ext>
              </a:extLst>
            </p:cNvPr>
            <p:cNvSpPr/>
            <p:nvPr/>
          </p:nvSpPr>
          <p:spPr>
            <a:xfrm>
              <a:off x="4023035" y="2230290"/>
              <a:ext cx="4117338" cy="4117338"/>
            </a:xfrm>
            <a:prstGeom prst="arc">
              <a:avLst>
                <a:gd name="adj1" fmla="val 211650"/>
                <a:gd name="adj2" fmla="val 2060386"/>
              </a:avLst>
            </a:prstGeom>
            <a:ln w="222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arc - HPC">
              <a:extLst>
                <a:ext uri="{FF2B5EF4-FFF2-40B4-BE49-F238E27FC236}">
                  <a16:creationId xmlns:a16="http://schemas.microsoft.com/office/drawing/2014/main" id="{E3C26D4F-894F-2E88-A1F2-BFD7CF83FDCD}"/>
                </a:ext>
              </a:extLst>
            </p:cNvPr>
            <p:cNvSpPr/>
            <p:nvPr/>
          </p:nvSpPr>
          <p:spPr>
            <a:xfrm>
              <a:off x="4023035" y="2230290"/>
              <a:ext cx="4117338" cy="4117338"/>
            </a:xfrm>
            <a:prstGeom prst="arc">
              <a:avLst>
                <a:gd name="adj1" fmla="val 18275421"/>
                <a:gd name="adj2" fmla="val 19758625"/>
              </a:avLst>
            </a:prstGeom>
            <a:ln w="222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arc - networking">
              <a:extLst>
                <a:ext uri="{FF2B5EF4-FFF2-40B4-BE49-F238E27FC236}">
                  <a16:creationId xmlns:a16="http://schemas.microsoft.com/office/drawing/2014/main" id="{79D15D91-314C-2217-9FED-9C6C14F26FC9}"/>
                </a:ext>
              </a:extLst>
            </p:cNvPr>
            <p:cNvSpPr/>
            <p:nvPr/>
          </p:nvSpPr>
          <p:spPr>
            <a:xfrm>
              <a:off x="4023035" y="2230290"/>
              <a:ext cx="4117338" cy="4117338"/>
            </a:xfrm>
            <a:prstGeom prst="arc">
              <a:avLst>
                <a:gd name="adj1" fmla="val 16336946"/>
                <a:gd name="adj2" fmla="val 18029688"/>
              </a:avLst>
            </a:prstGeom>
            <a:ln w="222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arc - 3DIC">
              <a:extLst>
                <a:ext uri="{FF2B5EF4-FFF2-40B4-BE49-F238E27FC236}">
                  <a16:creationId xmlns:a16="http://schemas.microsoft.com/office/drawing/2014/main" id="{3C349F19-900C-20A8-89FB-AD78124703D3}"/>
                </a:ext>
              </a:extLst>
            </p:cNvPr>
            <p:cNvSpPr/>
            <p:nvPr/>
          </p:nvSpPr>
          <p:spPr>
            <a:xfrm>
              <a:off x="4023035" y="2226216"/>
              <a:ext cx="4117338" cy="4117338"/>
            </a:xfrm>
            <a:prstGeom prst="arc">
              <a:avLst>
                <a:gd name="adj1" fmla="val 19998414"/>
                <a:gd name="adj2" fmla="val 21568999"/>
              </a:avLst>
            </a:prstGeom>
            <a:ln w="222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arc - milaero">
              <a:extLst>
                <a:ext uri="{FF2B5EF4-FFF2-40B4-BE49-F238E27FC236}">
                  <a16:creationId xmlns:a16="http://schemas.microsoft.com/office/drawing/2014/main" id="{831918AB-5B0C-ECCC-0D44-A1E92683124A}"/>
                </a:ext>
              </a:extLst>
            </p:cNvPr>
            <p:cNvSpPr/>
            <p:nvPr/>
          </p:nvSpPr>
          <p:spPr>
            <a:xfrm>
              <a:off x="4023035" y="2234364"/>
              <a:ext cx="4117338" cy="4117338"/>
            </a:xfrm>
            <a:prstGeom prst="arc">
              <a:avLst>
                <a:gd name="adj1" fmla="val 4737269"/>
                <a:gd name="adj2" fmla="val 8120252"/>
              </a:avLst>
            </a:prstGeom>
            <a:ln w="22225">
              <a:solidFill>
                <a:schemeClr val="tx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FF5F2AC-D901-27EE-047F-60FA671D47B4}"/>
                </a:ext>
              </a:extLst>
            </p:cNvPr>
            <p:cNvSpPr txBox="1"/>
            <p:nvPr/>
          </p:nvSpPr>
          <p:spPr>
            <a:xfrm>
              <a:off x="5116667" y="3793989"/>
              <a:ext cx="1933340" cy="914400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73152" rIns="45720" bIns="72000" rtlCol="0" anchor="ctr" anchorCtr="1"/>
            <a:lstStyle>
              <a:defPPr>
                <a:defRPr lang="en-US"/>
              </a:defPPr>
              <a:lvl1pPr algn="ctr">
                <a:defRPr sz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Protocol Portfolio</a:t>
              </a:r>
            </a:p>
          </p:txBody>
        </p:sp>
        <p:sp>
          <p:nvSpPr>
            <p:cNvPr id="40" name="arc - SoC">
              <a:extLst>
                <a:ext uri="{FF2B5EF4-FFF2-40B4-BE49-F238E27FC236}">
                  <a16:creationId xmlns:a16="http://schemas.microsoft.com/office/drawing/2014/main" id="{AAAD4367-AE43-5A2E-F4BB-128811F09104}"/>
                </a:ext>
              </a:extLst>
            </p:cNvPr>
            <p:cNvSpPr/>
            <p:nvPr/>
          </p:nvSpPr>
          <p:spPr>
            <a:xfrm>
              <a:off x="4870525" y="3070160"/>
              <a:ext cx="2437598" cy="2437598"/>
            </a:xfrm>
            <a:prstGeom prst="arc">
              <a:avLst>
                <a:gd name="adj1" fmla="val 13169324"/>
                <a:gd name="adj2" fmla="val 16100711"/>
              </a:avLst>
            </a:prstGeom>
            <a:ln w="19050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arc - human I/F">
              <a:extLst>
                <a:ext uri="{FF2B5EF4-FFF2-40B4-BE49-F238E27FC236}">
                  <a16:creationId xmlns:a16="http://schemas.microsoft.com/office/drawing/2014/main" id="{EAB3C5C4-9CA9-9D43-2135-C315CE041AA8}"/>
                </a:ext>
              </a:extLst>
            </p:cNvPr>
            <p:cNvSpPr/>
            <p:nvPr/>
          </p:nvSpPr>
          <p:spPr>
            <a:xfrm>
              <a:off x="4870525" y="3070160"/>
              <a:ext cx="2437598" cy="2437598"/>
            </a:xfrm>
            <a:prstGeom prst="arc">
              <a:avLst>
                <a:gd name="adj1" fmla="val 10154213"/>
                <a:gd name="adj2" fmla="val 12923567"/>
              </a:avLst>
            </a:prstGeom>
            <a:ln w="19050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c - automotive">
              <a:extLst>
                <a:ext uri="{FF2B5EF4-FFF2-40B4-BE49-F238E27FC236}">
                  <a16:creationId xmlns:a16="http://schemas.microsoft.com/office/drawing/2014/main" id="{FAB13FED-CC50-FEE8-CBE2-901A932251F3}"/>
                </a:ext>
              </a:extLst>
            </p:cNvPr>
            <p:cNvSpPr/>
            <p:nvPr/>
          </p:nvSpPr>
          <p:spPr>
            <a:xfrm>
              <a:off x="4870525" y="3070160"/>
              <a:ext cx="2437598" cy="2437598"/>
            </a:xfrm>
            <a:prstGeom prst="arc">
              <a:avLst>
                <a:gd name="adj1" fmla="val 8403337"/>
                <a:gd name="adj2" fmla="val 9914320"/>
              </a:avLst>
            </a:prstGeom>
            <a:ln w="19050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arc - memory">
              <a:extLst>
                <a:ext uri="{FF2B5EF4-FFF2-40B4-BE49-F238E27FC236}">
                  <a16:creationId xmlns:a16="http://schemas.microsoft.com/office/drawing/2014/main" id="{C1E219A6-66DA-2F79-137C-3BDAD643EF5B}"/>
                </a:ext>
              </a:extLst>
            </p:cNvPr>
            <p:cNvSpPr/>
            <p:nvPr/>
          </p:nvSpPr>
          <p:spPr>
            <a:xfrm>
              <a:off x="4870525" y="3070160"/>
              <a:ext cx="2437598" cy="2437598"/>
            </a:xfrm>
            <a:prstGeom prst="arc">
              <a:avLst>
                <a:gd name="adj1" fmla="val 2315350"/>
                <a:gd name="adj2" fmla="val 4478498"/>
              </a:avLst>
            </a:prstGeom>
            <a:ln w="19050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arc - storage">
              <a:extLst>
                <a:ext uri="{FF2B5EF4-FFF2-40B4-BE49-F238E27FC236}">
                  <a16:creationId xmlns:a16="http://schemas.microsoft.com/office/drawing/2014/main" id="{B8A0FE59-4B05-2F8B-464F-2E2B171BC9A1}"/>
                </a:ext>
              </a:extLst>
            </p:cNvPr>
            <p:cNvSpPr/>
            <p:nvPr/>
          </p:nvSpPr>
          <p:spPr>
            <a:xfrm>
              <a:off x="4870525" y="3070160"/>
              <a:ext cx="2437598" cy="2437598"/>
            </a:xfrm>
            <a:prstGeom prst="arc">
              <a:avLst>
                <a:gd name="adj1" fmla="val 211650"/>
                <a:gd name="adj2" fmla="val 2060386"/>
              </a:avLst>
            </a:prstGeom>
            <a:ln w="19050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arc - HPC">
              <a:extLst>
                <a:ext uri="{FF2B5EF4-FFF2-40B4-BE49-F238E27FC236}">
                  <a16:creationId xmlns:a16="http://schemas.microsoft.com/office/drawing/2014/main" id="{C3DA3C2F-7ADE-FBBD-4F84-0FCC5427F458}"/>
                </a:ext>
              </a:extLst>
            </p:cNvPr>
            <p:cNvSpPr/>
            <p:nvPr/>
          </p:nvSpPr>
          <p:spPr>
            <a:xfrm>
              <a:off x="4870525" y="3070160"/>
              <a:ext cx="2437598" cy="2437598"/>
            </a:xfrm>
            <a:prstGeom prst="arc">
              <a:avLst>
                <a:gd name="adj1" fmla="val 18275421"/>
                <a:gd name="adj2" fmla="val 19758625"/>
              </a:avLst>
            </a:prstGeom>
            <a:ln w="19050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arc - networking">
              <a:extLst>
                <a:ext uri="{FF2B5EF4-FFF2-40B4-BE49-F238E27FC236}">
                  <a16:creationId xmlns:a16="http://schemas.microsoft.com/office/drawing/2014/main" id="{C160F8B1-92FF-73ED-8ECF-9C119C09EA2B}"/>
                </a:ext>
              </a:extLst>
            </p:cNvPr>
            <p:cNvSpPr/>
            <p:nvPr/>
          </p:nvSpPr>
          <p:spPr>
            <a:xfrm>
              <a:off x="4870525" y="3070160"/>
              <a:ext cx="2437598" cy="2437598"/>
            </a:xfrm>
            <a:prstGeom prst="arc">
              <a:avLst>
                <a:gd name="adj1" fmla="val 16336946"/>
                <a:gd name="adj2" fmla="val 18029688"/>
              </a:avLst>
            </a:prstGeom>
            <a:ln w="19050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arc - 3DIC">
              <a:extLst>
                <a:ext uri="{FF2B5EF4-FFF2-40B4-BE49-F238E27FC236}">
                  <a16:creationId xmlns:a16="http://schemas.microsoft.com/office/drawing/2014/main" id="{99D48628-1823-6869-D1A5-D3EF179BEF4C}"/>
                </a:ext>
              </a:extLst>
            </p:cNvPr>
            <p:cNvSpPr/>
            <p:nvPr/>
          </p:nvSpPr>
          <p:spPr>
            <a:xfrm>
              <a:off x="4870525" y="3066086"/>
              <a:ext cx="2437598" cy="2437598"/>
            </a:xfrm>
            <a:prstGeom prst="arc">
              <a:avLst>
                <a:gd name="adj1" fmla="val 19998414"/>
                <a:gd name="adj2" fmla="val 21568999"/>
              </a:avLst>
            </a:prstGeom>
            <a:ln w="19050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arc - milaero">
              <a:extLst>
                <a:ext uri="{FF2B5EF4-FFF2-40B4-BE49-F238E27FC236}">
                  <a16:creationId xmlns:a16="http://schemas.microsoft.com/office/drawing/2014/main" id="{185241F5-1429-AC6A-C57F-56F94578B6FE}"/>
                </a:ext>
              </a:extLst>
            </p:cNvPr>
            <p:cNvSpPr/>
            <p:nvPr/>
          </p:nvSpPr>
          <p:spPr>
            <a:xfrm>
              <a:off x="4870525" y="3074234"/>
              <a:ext cx="2437598" cy="2437598"/>
            </a:xfrm>
            <a:prstGeom prst="arc">
              <a:avLst>
                <a:gd name="adj1" fmla="val 4737269"/>
                <a:gd name="adj2" fmla="val 8120252"/>
              </a:avLst>
            </a:prstGeom>
            <a:ln w="19050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883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EF106-22D2-4EAB-3D9F-1327752C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1C3C0A-B796-2100-888B-D8A00400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Try AI Prompts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ED75A8-B8E9-0C59-ED19-D5050BAB6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26" y="1369210"/>
            <a:ext cx="10383699" cy="148610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695D0B6-A98B-12A1-E7AC-CD3D9C931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45" y="3828213"/>
            <a:ext cx="10336067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58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AE4AE6-E314-6551-9A85-2CFE5FF3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Buses in SoC Architecture</a:t>
            </a:r>
          </a:p>
        </p:txBody>
      </p:sp>
      <p:pic>
        <p:nvPicPr>
          <p:cNvPr id="215" name="Picture 214">
            <a:extLst>
              <a:ext uri="{FF2B5EF4-FFF2-40B4-BE49-F238E27FC236}">
                <a16:creationId xmlns:a16="http://schemas.microsoft.com/office/drawing/2014/main" id="{A9BC9B84-9EC9-73B8-AA58-99C4D8E6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2" y="1108412"/>
            <a:ext cx="9958133" cy="533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65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22501A-5908-9872-B232-646FF8CB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Buses In SoC Architecture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B67AC7-1C5A-0DA8-496F-E5734BE44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29" y="1444752"/>
            <a:ext cx="9863997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27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35185-55B1-2F80-A4BD-0CE8B5158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A6D17E-5762-6466-EF40-FE27833E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Try AI Prompts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9FB6EA-3BE4-FFDB-E205-E12C195F3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59" y="1355717"/>
            <a:ext cx="10669489" cy="1019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61C3D9-F0E6-1E4C-66C6-E4BD492CF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63" y="3551599"/>
            <a:ext cx="10107436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28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096E6D-EF6D-6289-2053-2B8C4BA4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Handshake Mechanism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16917D-C525-22F8-BEF9-D136FB3EC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67" y="1021578"/>
            <a:ext cx="7071518" cy="5974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5D7E61-6D0D-34BE-2F7D-A681B8914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759" y="1734087"/>
            <a:ext cx="6373114" cy="23244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9F3918-C1B1-141C-9159-87F15C329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004" y="4058511"/>
            <a:ext cx="5525271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0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832BFC-B499-F2FB-4DE9-50C5ADBE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AXI Valid-Ready Handshake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5F91DB-2B4A-450E-5125-351B3A7A7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97" y="1115026"/>
            <a:ext cx="3899060" cy="3195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BDD489-3EBD-B3F7-633E-1A5B21DD6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26" y="1584776"/>
            <a:ext cx="2871409" cy="19588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C5DCBB-B437-7F43-F9A1-65DD8B2C3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41" y="3601271"/>
            <a:ext cx="2440767" cy="10672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D88C43-FEC4-066D-9F97-6C13D1A63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161" y="1115026"/>
            <a:ext cx="4573474" cy="23264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DE6FEE-3D7E-791D-E343-26B510B098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44" y="3635727"/>
            <a:ext cx="3877216" cy="16451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685234-102E-666D-A600-1AA42F5C0C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241" y="4760437"/>
            <a:ext cx="2528853" cy="5127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0C8EB15-4DF6-B1D8-FC06-2216C780FE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772" y="5389935"/>
            <a:ext cx="10736173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2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F0297-8AEF-98BF-3D84-1D3AF1E1A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913349-FE72-3506-1845-85CC0A885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Try AI Prompts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B3178-3DD7-EA39-553C-51496D8D4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08" y="1477441"/>
            <a:ext cx="10307488" cy="1105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32519F-6DC9-32B2-453E-C5180218F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63" y="4004626"/>
            <a:ext cx="9935962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85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ECA87D-17B4-2726-0F7C-789ED62F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AMBA (</a:t>
            </a:r>
            <a:r>
              <a:rPr lang="en-IN" b="0" dirty="0"/>
              <a:t>APB, AHB‑Lite, AXI4‑Lite)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F307A0-8058-263C-1AE9-08DB5F6D6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05" y="1142753"/>
            <a:ext cx="11895589" cy="21652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CE493AC-CED4-4284-2653-5EBA5D071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05" y="3397624"/>
            <a:ext cx="3924848" cy="26490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6032CC4-51B8-396B-2D1D-6AE938EB3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623" y="3397624"/>
            <a:ext cx="4149766" cy="264907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FB2A269-95C6-0E2C-44FE-A624CFF37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59" y="3410188"/>
            <a:ext cx="3699835" cy="263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4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733033-990A-6E74-F548-B4BABC8FF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4B6156-A455-C260-6C42-7210FC52D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1357594"/>
            <a:ext cx="6874676" cy="297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08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D645-78BE-DD95-7A58-F4ED3D829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53E526-DC4F-FDCA-B7A7-06AE1E93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APB (Simple Peripheral Access)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F9106-0F5A-3852-4A13-207B532E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1098176"/>
            <a:ext cx="5653461" cy="25971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3A2568-138C-BE1D-1A29-5982AEE60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834" y="1098176"/>
            <a:ext cx="5025932" cy="25971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09194B-215C-0EFE-F9AB-DFCBC4014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63" y="4013284"/>
            <a:ext cx="3835708" cy="22994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5FD649-1B71-ECE9-E336-D38A0C73E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810" y="3968157"/>
            <a:ext cx="3779321" cy="23445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245F3D-E1C1-BBD3-290C-284F6F8A10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2516" y="4043658"/>
            <a:ext cx="3684350" cy="21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6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C292D6-BFC5-F81A-1373-81F98165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AHB-Lite (pipelined Transfer)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CA0469-E418-83EF-6F58-F68F447D5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6" y="1112522"/>
            <a:ext cx="4894730" cy="2347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C9534A-8B5F-57E1-4E7B-BD7A4B80A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236" y="1112522"/>
            <a:ext cx="5746376" cy="10247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4B5278-51A1-FA90-DE16-3EC815187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76" y="3608098"/>
            <a:ext cx="11192436" cy="259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43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EAF-6994-5BEA-3B91-B06CEE90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CCBDF1-B271-4E87-C5EC-93C52370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AXI4-Lite (Five Handshake Channels)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7A850E-1A9F-F294-BC18-ADF6209E7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1105991"/>
            <a:ext cx="5008125" cy="2323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3D6DCC-95E9-1F7F-82C5-FA55DC955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591" y="872455"/>
            <a:ext cx="4389032" cy="4584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910A98-33A5-D4F7-FABA-6D741A97C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63" y="3693572"/>
            <a:ext cx="5956183" cy="136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C67159-A632-9C15-5760-EE694406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Choose By Job – Not By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564C0A-B5FB-1731-B50F-DDE95F2EC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7" y="1089282"/>
            <a:ext cx="11765560" cy="3026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C3C599-0F79-6F96-7C6D-CB134AE59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37" y="4309626"/>
            <a:ext cx="11681670" cy="145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8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B3856-D30E-F284-297C-B5C145C4B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2AC001-DF56-F254-B94B-28E00033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Try AI Prompts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83E3B-70ED-5AAB-8D82-263B0CE32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89" y="1247518"/>
            <a:ext cx="10821910" cy="943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95BC39-7F39-91BC-16E2-24CA6B29F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61" y="3986130"/>
            <a:ext cx="10021699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77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60D703-95C4-3D60-56A5-C45CC155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Serial Protocols: SPI and I2C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896777-A544-2BE5-43E9-C6E2C61F6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1195430"/>
            <a:ext cx="3904692" cy="36814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D1209D-9409-E718-8485-72C72FA6F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230" y="1307318"/>
            <a:ext cx="6788998" cy="1787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D4E78A-54D5-7CA4-7620-050D1DC70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63" y="5166380"/>
            <a:ext cx="8963534" cy="68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8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034D6E-8723-0E3C-EBFD-6EC94BCAE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Serial Protocols: SPI and I2C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5EA2D-9E07-A512-AB30-5B3297F52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2" y="1132513"/>
            <a:ext cx="5118025" cy="41777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D0F7DA-8C4A-8C8E-511B-85D0497CD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813" y="1090566"/>
            <a:ext cx="5220191" cy="4177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0BD4CF-CCB1-F17E-5184-A2291D9C6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44" y="5634081"/>
            <a:ext cx="11608284" cy="52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8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3AC3-BBED-E7DE-2D61-71EA2012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1679D0-B1D2-8BE0-B8D3-D629F74B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Protocol Timing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69BCC1-56B3-066D-7EE4-0E5F143E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98" y="1946195"/>
            <a:ext cx="3535857" cy="1393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7B655D-4061-AB5D-3890-D7011B45E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54" y="1091922"/>
            <a:ext cx="3712101" cy="404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9FEF1A-1827-C680-B5BE-BDF009924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63" y="3309885"/>
            <a:ext cx="3291672" cy="17135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A35819-F846-C41A-829F-6CBDFDFCF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58" y="4993246"/>
            <a:ext cx="3364677" cy="15923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CD3CF8-C4C4-8B3E-77F5-60D84F36D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791" y="1111930"/>
            <a:ext cx="3320441" cy="5471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72CD48-E987-3872-BAB9-1D70531E81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658" y="1496259"/>
            <a:ext cx="4163006" cy="3620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2EC502-A4D0-919E-7910-2549DA05B0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2239" y="1488931"/>
            <a:ext cx="5913103" cy="4572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2912DBD-FC1D-CC7C-473D-64480A3152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3199" y="1943955"/>
            <a:ext cx="1590897" cy="2667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1CF2AE3-908B-9941-756C-30583157C5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2278" y="3309885"/>
            <a:ext cx="1968722" cy="11889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FC549D9-CFB9-B8F8-7802-18F55B6E28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4647309"/>
            <a:ext cx="3920440" cy="199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37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8C8697-CDAB-DBEC-5797-7808D5F8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SPI Vs I2C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9767DC-A558-A2D2-6A43-98C27654D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78" y="1046602"/>
            <a:ext cx="3470138" cy="16194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856432-C7C4-AA1E-2D5D-20901D0AB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216" y="1013541"/>
            <a:ext cx="3175825" cy="15432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98C2C3-8B59-0278-56BE-CB6D0F174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78" y="2551175"/>
            <a:ext cx="6411220" cy="17806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ED1B50-A690-8E10-39DE-3494E0BF14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235" y="4170650"/>
            <a:ext cx="9238150" cy="236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6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5F93-0F80-DAB8-440C-93F5FE71B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1DF9C7-3FAB-B347-6F53-9EF8393E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Try AI Prompts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88E8A5-1C0A-E0EC-28B7-DA4BCF720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1420107"/>
            <a:ext cx="9955014" cy="1000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011A86-3AC5-9FCD-0446-104403798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63" y="3893544"/>
            <a:ext cx="10345594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76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E00C4-C375-A4A0-2442-E2E3B6A0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ubtitle 2">
            <a:extLst>
              <a:ext uri="{FF2B5EF4-FFF2-40B4-BE49-F238E27FC236}">
                <a16:creationId xmlns:a16="http://schemas.microsoft.com/office/drawing/2014/main" id="{335D431B-1137-0611-F7D4-BA3299A93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000" y="2463801"/>
            <a:ext cx="9288000" cy="1930398"/>
          </a:xfrm>
        </p:spPr>
        <p:txBody>
          <a:bodyPr/>
          <a:lstStyle/>
          <a:p>
            <a:pPr algn="ctr"/>
            <a:r>
              <a:rPr lang="en-US" sz="4800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3501345921"/>
      </p:ext>
    </p:extLst>
  </p:cSld>
  <p:clrMapOvr>
    <a:masterClrMapping/>
  </p:clrMapOvr>
</p:sld>
</file>

<file path=ppt/theme/theme1.xml><?xml version="1.0" encoding="utf-8"?>
<a:theme xmlns:a="http://schemas.openxmlformats.org/drawingml/2006/main" name="Siemens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mens" id="{63A82FF9-F6FB-4B92-8755-B5DFABCA1C1D}" vid="{686C7B56-9A12-48B6-9926-6E6E9CE883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Siemens</Template>
  <TotalTime>28334</TotalTime>
  <Words>387</Words>
  <Application>Microsoft Office PowerPoint</Application>
  <PresentationFormat>Widescreen</PresentationFormat>
  <Paragraphs>75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Atlassian Sans</vt:lpstr>
      <vt:lpstr>Wingdings</vt:lpstr>
      <vt:lpstr>Siemens</vt:lpstr>
      <vt:lpstr>Communication Protocols</vt:lpstr>
      <vt:lpstr>Agenda</vt:lpstr>
      <vt:lpstr>What Is Communication Protocol</vt:lpstr>
      <vt:lpstr>Why Do We Need Protocol </vt:lpstr>
      <vt:lpstr>In SoC Context</vt:lpstr>
      <vt:lpstr>On-Chip vs Off-Chip Communication</vt:lpstr>
      <vt:lpstr>On-Chip vs Off-Chip Communication</vt:lpstr>
      <vt:lpstr>Complete Portfolio</vt:lpstr>
      <vt:lpstr>Try AI Prompts</vt:lpstr>
      <vt:lpstr>Role Of Buses in SoC Architecture</vt:lpstr>
      <vt:lpstr>Role Of Buses In SoC Architecture </vt:lpstr>
      <vt:lpstr>Try AI Prompts</vt:lpstr>
      <vt:lpstr>Basic Handshake Mechanism</vt:lpstr>
      <vt:lpstr>AXI Valid-Ready Handshake</vt:lpstr>
      <vt:lpstr>Try AI Prompts</vt:lpstr>
      <vt:lpstr>AMBA (APB, AHB‑Lite, AXI4‑Lite)</vt:lpstr>
      <vt:lpstr>Use Case</vt:lpstr>
      <vt:lpstr>APB (Simple Peripheral Access)</vt:lpstr>
      <vt:lpstr>AHB-Lite (pipelined Transfer)</vt:lpstr>
      <vt:lpstr>AXI4-Lite (Five Handshake Channels)</vt:lpstr>
      <vt:lpstr>Choose By Job – Not By Name</vt:lpstr>
      <vt:lpstr>Try AI Prompts</vt:lpstr>
      <vt:lpstr>Serial Protocols: SPI and I2C</vt:lpstr>
      <vt:lpstr>Serial Protocols: SPI and I2C</vt:lpstr>
      <vt:lpstr>Protocol Timing</vt:lpstr>
      <vt:lpstr>SPI Vs I2C</vt:lpstr>
      <vt:lpstr>Try AI Prompts</vt:lpstr>
      <vt:lpstr>PowerPoint Presentation</vt:lpstr>
    </vt:vector>
  </TitlesOfParts>
  <Company>Siemens Digital Industries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Yadav, Naresh (DI SW EDA IC DVT RD IN QVIP ETH NW)</dc:creator>
  <cp:lastModifiedBy>Tanwar, Amit (DI SW EDA IC DVT RD IN QVIP SAV)</cp:lastModifiedBy>
  <cp:revision>2</cp:revision>
  <dcterms:created xsi:type="dcterms:W3CDTF">2026-07-19T13:05:49Z</dcterms:created>
  <dcterms:modified xsi:type="dcterms:W3CDTF">2026-10-27T14:17:42Z</dcterms:modified>
</cp:coreProperties>
</file>