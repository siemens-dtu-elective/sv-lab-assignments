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1" r:id="rId2"/>
    <p:sldId id="320" r:id="rId3"/>
    <p:sldId id="348" r:id="rId4"/>
    <p:sldId id="349" r:id="rId5"/>
    <p:sldId id="352" r:id="rId6"/>
    <p:sldId id="353" r:id="rId7"/>
    <p:sldId id="354" r:id="rId8"/>
    <p:sldId id="355" r:id="rId9"/>
    <p:sldId id="357" r:id="rId10"/>
    <p:sldId id="358" r:id="rId11"/>
    <p:sldId id="359" r:id="rId12"/>
    <p:sldId id="360" r:id="rId13"/>
    <p:sldId id="3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85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ari, Asif (DI SW EDA IC DVT RD IN QVIP USB MIPI)" userId="91d89d13-498d-4eb8-9a53-f64a62243be4" providerId="ADAL" clId="{2FEB01BB-BA20-4C6A-8F24-A7B917E0AE2D}"/>
    <pc:docChg chg="undo custSel addSld delSld modSld sldOrd">
      <pc:chgData name="Ansari, Asif (DI SW EDA IC DVT RD IN QVIP USB MIPI)" userId="91d89d13-498d-4eb8-9a53-f64a62243be4" providerId="ADAL" clId="{2FEB01BB-BA20-4C6A-8F24-A7B917E0AE2D}" dt="2026-10-30T05:10:05.221" v="11052" actId="47"/>
      <pc:docMkLst>
        <pc:docMk/>
      </pc:docMkLst>
      <pc:sldChg chg="addSp modSp add del mod">
        <pc:chgData name="Ansari, Asif (DI SW EDA IC DVT RD IN QVIP USB MIPI)" userId="91d89d13-498d-4eb8-9a53-f64a62243be4" providerId="ADAL" clId="{2FEB01BB-BA20-4C6A-8F24-A7B917E0AE2D}" dt="2026-10-30T05:10:05.221" v="11052" actId="47"/>
        <pc:sldMkLst>
          <pc:docMk/>
          <pc:sldMk cId="4040320963" sldId="351"/>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Gradient DB–Petrol 8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7" name="Cognisphere" descr="Background pattern&#10;&#10;Description automatically generated">
            <a:extLst>
              <a:ext uri="{FF2B5EF4-FFF2-40B4-BE49-F238E27FC236}">
                <a16:creationId xmlns:a16="http://schemas.microsoft.com/office/drawing/2014/main" id="{70837433-2C09-4518-AF0D-697A97CAC3A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a:t>Click to edit Master title style 80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7"/>
            <a:ext cx="9288000" cy="1930398"/>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32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endParaRPr lang="en-IN"/>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33236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Gradient DB–Petrol 6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Background pattern&#10;&#10;Description automatically generated">
            <a:extLst>
              <a:ext uri="{FF2B5EF4-FFF2-40B4-BE49-F238E27FC236}">
                <a16:creationId xmlns:a16="http://schemas.microsoft.com/office/drawing/2014/main" id="{DF3DAF0E-BB8A-4082-8CE7-1BBCE61C8CD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4"/>
            <a:ext cx="11376788" cy="2769989"/>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a:t>Click to edit </a:t>
            </a:r>
            <a:br>
              <a:rPr lang="en-US"/>
            </a:br>
            <a:r>
              <a:rPr lang="en-US"/>
              <a:t>Master title style</a:t>
            </a:r>
            <a:br>
              <a:rPr lang="en-US"/>
            </a:br>
            <a:r>
              <a:rPr lang="en-US"/>
              <a:t>3 lines 60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1"/>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24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endParaRPr lang="en-IN"/>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8841759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Gradient DB–Petrol 4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A picture containing background pattern&#10;&#10;Description automatically generated">
            <a:extLst>
              <a:ext uri="{FF2B5EF4-FFF2-40B4-BE49-F238E27FC236}">
                <a16:creationId xmlns:a16="http://schemas.microsoft.com/office/drawing/2014/main" id="{DE598EC2-770B-4F85-A209-57F0E770943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9288000"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a:t>Click to edit </a:t>
            </a:r>
            <a:br>
              <a:rPr lang="en-US"/>
            </a:br>
            <a:r>
              <a:rPr lang="en-US"/>
              <a:t>Master title style</a:t>
            </a:r>
            <a:br>
              <a:rPr lang="en-US"/>
            </a:br>
            <a:r>
              <a:rPr lang="en-US"/>
              <a:t>extra long headlines</a:t>
            </a:r>
            <a:br>
              <a:rPr lang="en-US"/>
            </a:br>
            <a:r>
              <a:rPr lang="en-US"/>
              <a:t>4 lines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16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endParaRPr lang="en-IN"/>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41259498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title dark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b="700"/>
            </a:stretch>
          </a:blipFill>
        </p:spPr>
        <p:txBody>
          <a:bodyPr rIns="0" bIns="0" anchor="t" anchorCtr="0">
            <a:spAutoFit/>
          </a:bodyPr>
          <a:lstStyle>
            <a:lvl1pPr marL="540000">
              <a:lnSpc>
                <a:spcPct val="100000"/>
              </a:lnSpc>
              <a:defRPr sz="8000">
                <a:solidFill>
                  <a:schemeClr val="tx1"/>
                </a:solidFill>
              </a:defRPr>
            </a:lvl1pPr>
          </a:lstStyle>
          <a:p>
            <a:r>
              <a:rPr lang="en-US"/>
              <a:t>Click to edit Master title style 80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399"/>
          </a:xfrm>
          <a:prstGeom prst="rect">
            <a:avLst/>
          </a:prstGeom>
        </p:spPr>
        <p:txBody>
          <a:bodyPr lIns="0" tIns="349200">
            <a:noAutofit/>
          </a:bodyPr>
          <a:lstStyle>
            <a:lvl1pPr marL="0" indent="0" algn="l">
              <a:spcAft>
                <a:spcPts val="300"/>
              </a:spcAft>
              <a:buNone/>
              <a:defRPr sz="32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a:t>Subhead for headline size 32 </a:t>
            </a:r>
            <a:r>
              <a:rPr lang="en-US" err="1"/>
              <a:t>pt</a:t>
            </a:r>
            <a:endParaRPr lang="en-US"/>
          </a:p>
        </p:txBody>
      </p:sp>
      <p:sp>
        <p:nvSpPr>
          <p:cNvPr id="5" name="Footer Placeholder">
            <a:extLst>
              <a:ext uri="{FF2B5EF4-FFF2-40B4-BE49-F238E27FC236}">
                <a16:creationId xmlns:a16="http://schemas.microsoft.com/office/drawing/2014/main" id="{EDBCA456-A643-45C8-9383-5A06099EB621}"/>
              </a:ext>
            </a:extLst>
          </p:cNvPr>
          <p:cNvSpPr>
            <a:spLocks noGrp="1"/>
          </p:cNvSpPr>
          <p:nvPr>
            <p:ph type="ftr" sz="quarter" idx="10"/>
          </p:nvPr>
        </p:nvSpPr>
        <p:spPr>
          <a:xfrm>
            <a:off x="1059160" y="6310800"/>
            <a:ext cx="8640003" cy="547200"/>
          </a:xfrm>
        </p:spPr>
        <p:txBody>
          <a:bodyPr/>
          <a:lstStyle/>
          <a:p>
            <a:endParaRPr lang="en-IN"/>
          </a:p>
        </p:txBody>
      </p:sp>
      <p:sp>
        <p:nvSpPr>
          <p:cNvPr id="6" name="Slide Number Placeholder">
            <a:extLst>
              <a:ext uri="{FF2B5EF4-FFF2-40B4-BE49-F238E27FC236}">
                <a16:creationId xmlns:a16="http://schemas.microsoft.com/office/drawing/2014/main" id="{5B05DC85-FD3C-4245-83A1-F6197CB9E08F}"/>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2801473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title light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399" y="1414463"/>
            <a:ext cx="11370437" cy="2462213"/>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a:t>Click to edit </a:t>
            </a:r>
            <a:br>
              <a:rPr lang="en-US"/>
            </a:br>
            <a:r>
              <a:rPr lang="en-US"/>
              <a:t>Master title style</a:t>
            </a:r>
            <a:br>
              <a:rPr lang="en-US"/>
            </a:br>
            <a:r>
              <a:rPr lang="en-US"/>
              <a:t>extra long headlines</a:t>
            </a:r>
            <a:br>
              <a:rPr lang="en-US"/>
            </a:br>
            <a:r>
              <a:rPr lang="en-US"/>
              <a:t>4 lines 40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3876675"/>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16 </a:t>
            </a:r>
            <a:r>
              <a:rPr lang="en-US" err="1"/>
              <a:t>pt</a:t>
            </a:r>
            <a:endParaRPr lang="en-US"/>
          </a:p>
        </p:txBody>
      </p:sp>
      <p:sp>
        <p:nvSpPr>
          <p:cNvPr id="5" name="Footer Placeholder">
            <a:extLst>
              <a:ext uri="{FF2B5EF4-FFF2-40B4-BE49-F238E27FC236}">
                <a16:creationId xmlns:a16="http://schemas.microsoft.com/office/drawing/2014/main" id="{1498F1A9-6241-4523-AFBC-C74F3AA4AC35}"/>
              </a:ext>
            </a:extLst>
          </p:cNvPr>
          <p:cNvSpPr>
            <a:spLocks noGrp="1"/>
          </p:cNvSpPr>
          <p:nvPr>
            <p:ph type="ftr" sz="quarter" idx="10"/>
          </p:nvPr>
        </p:nvSpPr>
        <p:spPr>
          <a:xfrm>
            <a:off x="1059160" y="6310800"/>
            <a:ext cx="8639240" cy="547200"/>
          </a:xfrm>
        </p:spPr>
        <p:txBody>
          <a:bodyPr/>
          <a:lstStyle/>
          <a:p>
            <a:endParaRPr lang="en-IN"/>
          </a:p>
        </p:txBody>
      </p:sp>
      <p:sp>
        <p:nvSpPr>
          <p:cNvPr id="6" name="Slide Number Placeholder">
            <a:extLst>
              <a:ext uri="{FF2B5EF4-FFF2-40B4-BE49-F238E27FC236}">
                <a16:creationId xmlns:a16="http://schemas.microsoft.com/office/drawing/2014/main" id="{267619FE-01EE-4013-B481-A8C505C5D26A}"/>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7" name="Siemens Logo">
            <a:extLst>
              <a:ext uri="{FF2B5EF4-FFF2-40B4-BE49-F238E27FC236}">
                <a16:creationId xmlns:a16="http://schemas.microsoft.com/office/drawing/2014/main" id="{2A2349A4-4A97-42CC-AE59-7EDEE385EDF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74400" y="6364800"/>
            <a:ext cx="1512000" cy="240408"/>
          </a:xfrm>
          <a:prstGeom prst="rect">
            <a:avLst/>
          </a:prstGeom>
        </p:spPr>
      </p:pic>
    </p:spTree>
    <p:extLst>
      <p:ext uri="{BB962C8B-B14F-4D97-AF65-F5344CB8AC3E}">
        <p14:creationId xmlns:p14="http://schemas.microsoft.com/office/powerpoint/2010/main" val="26697203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dex / Agenda">
    <p:spTree>
      <p:nvGrpSpPr>
        <p:cNvPr id="1" name=""/>
        <p:cNvGrpSpPr/>
        <p:nvPr/>
      </p:nvGrpSpPr>
      <p:grpSpPr>
        <a:xfrm>
          <a:off x="0" y="0"/>
          <a:ext cx="0" cy="0"/>
          <a:chOff x="0" y="0"/>
          <a:chExt cx="0" cy="0"/>
        </a:xfrm>
      </p:grpSpPr>
      <p:pic>
        <p:nvPicPr>
          <p:cNvPr id="8" name="Cognisphere" descr="A picture containing chart&#10;&#10;Description automatically generated">
            <a:extLst>
              <a:ext uri="{FF2B5EF4-FFF2-40B4-BE49-F238E27FC236}">
                <a16:creationId xmlns:a16="http://schemas.microsoft.com/office/drawing/2014/main" id="{FEC69F24-2876-47B9-A4B6-0ADE800ECDDB}"/>
              </a:ext>
            </a:extLst>
          </p:cNvPr>
          <p:cNvPicPr>
            <a:picLocks noChangeAspect="1"/>
          </p:cNvPicPr>
          <p:nvPr/>
        </p:nvPicPr>
        <p:blipFill rotWithShape="1">
          <a:blip r:embed="rId2" cstate="print">
            <a:alphaModFix amt="60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a:extLst>
              <a:ext uri="{FF2B5EF4-FFF2-40B4-BE49-F238E27FC236}">
                <a16:creationId xmlns:a16="http://schemas.microsoft.com/office/drawing/2014/main" id="{5CDB9E4A-37E0-45B2-BC93-C2EC503FB8F7}"/>
              </a:ext>
            </a:extLst>
          </p:cNvPr>
          <p:cNvSpPr>
            <a:spLocks noGrp="1"/>
          </p:cNvSpPr>
          <p:nvPr>
            <p:ph type="title"/>
          </p:nvPr>
        </p:nvSpPr>
        <p:spPr>
          <a:xfrm>
            <a:off x="410400" y="478800"/>
            <a:ext cx="5904675" cy="576000"/>
          </a:xfrm>
        </p:spPr>
        <p:txBody>
          <a:bodyPr/>
          <a:lstStyle/>
          <a:p>
            <a:r>
              <a:rPr lang="en-US"/>
              <a:t>Click to edit Master title style</a:t>
            </a:r>
          </a:p>
        </p:txBody>
      </p:sp>
      <p:sp>
        <p:nvSpPr>
          <p:cNvPr id="4" name="Copy">
            <a:extLst>
              <a:ext uri="{FF2B5EF4-FFF2-40B4-BE49-F238E27FC236}">
                <a16:creationId xmlns:a16="http://schemas.microsoft.com/office/drawing/2014/main" id="{0E701EC8-7FC1-42BE-915D-048C74A40E0C}"/>
              </a:ext>
            </a:extLst>
          </p:cNvPr>
          <p:cNvSpPr>
            <a:spLocks noGrp="1"/>
          </p:cNvSpPr>
          <p:nvPr>
            <p:ph type="body" sz="quarter" idx="12" hasCustomPrompt="1"/>
          </p:nvPr>
        </p:nvSpPr>
        <p:spPr>
          <a:xfrm>
            <a:off x="411163" y="1414463"/>
            <a:ext cx="5903912" cy="4751387"/>
          </a:xfrm>
        </p:spPr>
        <p:txBody>
          <a:bodyPr/>
          <a:lstStyle>
            <a:lvl1pPr marL="180000" indent="0">
              <a:spcAft>
                <a:spcPts val="900"/>
              </a:spcAft>
              <a:buNone/>
              <a:tabLst>
                <a:tab pos="5902325" algn="r"/>
              </a:tabLst>
              <a:defRPr b="0"/>
            </a:lvl1pPr>
            <a:lvl2pPr marL="285750" indent="-285750" algn="l" defTabSz="914400" rtl="0" eaLnBrk="1" latinLnBrk="0" hangingPunct="1">
              <a:lnSpc>
                <a:spcPct val="100000"/>
              </a:lnSpc>
              <a:spcBef>
                <a:spcPts val="200"/>
              </a:spcBef>
              <a:spcAft>
                <a:spcPts val="600"/>
              </a:spcAft>
              <a:buClr>
                <a:schemeClr val="accent1"/>
              </a:buClr>
              <a:buFont typeface="Arial" panose="020B0604020202020204" pitchFamily="34" charset="0"/>
              <a:buChar char="•"/>
              <a:tabLst>
                <a:tab pos="5902325" algn="r"/>
              </a:tabLst>
              <a:defRPr lang="en-US" sz="1800" b="0" kern="1200" dirty="0" smtClean="0">
                <a:solidFill>
                  <a:schemeClr val="tx1"/>
                </a:solidFill>
                <a:latin typeface="+mn-lt"/>
                <a:ea typeface="+mn-ea"/>
                <a:cs typeface="+mn-cs"/>
              </a:defRPr>
            </a:lvl2pPr>
            <a:lvl3pPr marL="285750" indent="-285750">
              <a:lnSpc>
                <a:spcPct val="100000"/>
              </a:lnSpc>
              <a:spcBef>
                <a:spcPts val="200"/>
              </a:spcBef>
              <a:spcAft>
                <a:spcPts val="600"/>
              </a:spcAft>
              <a:buFont typeface="Arial" panose="020B0604020202020204" pitchFamily="34" charset="0"/>
              <a:buChar char="•"/>
              <a:tabLst>
                <a:tab pos="5902325" algn="r"/>
              </a:tabLst>
              <a:defRPr b="0" baseline="0"/>
            </a:lvl3pPr>
            <a:lvl4pPr marL="540000" indent="-180000" algn="l" defTabSz="914400" rtl="0" eaLnBrk="1" latinLnBrk="0" hangingPunct="1">
              <a:lnSpc>
                <a:spcPct val="100000"/>
              </a:lnSpc>
              <a:spcBef>
                <a:spcPts val="200"/>
              </a:spcBef>
              <a:spcAft>
                <a:spcPts val="600"/>
              </a:spcAft>
              <a:buClr>
                <a:schemeClr val="accent1"/>
              </a:buClr>
              <a:buFont typeface="Arial" panose="020B0604020202020204" pitchFamily="34" charset="0"/>
              <a:buChar char="•"/>
              <a:tabLst>
                <a:tab pos="5902325" algn="r"/>
              </a:tabLst>
              <a:defRPr lang="en-US" sz="1800" b="0" kern="1200" baseline="0" dirty="0">
                <a:solidFill>
                  <a:schemeClr val="tx1"/>
                </a:solidFill>
                <a:latin typeface="+mn-lt"/>
                <a:ea typeface="+mn-ea"/>
                <a:cs typeface="+mn-cs"/>
              </a:defRPr>
            </a:lvl4pPr>
            <a:lvl5pPr marL="360000">
              <a:spcAft>
                <a:spcPts val="900"/>
              </a:spcAft>
              <a:tabLst>
                <a:tab pos="5902325" algn="r"/>
              </a:tabLst>
              <a:defRPr b="0"/>
            </a:lvl5pPr>
            <a:lvl6pPr marL="180000">
              <a:spcAft>
                <a:spcPts val="600"/>
              </a:spcAft>
              <a:tabLst>
                <a:tab pos="5902325" algn="r"/>
              </a:tabLst>
              <a:defRPr sz="1600"/>
            </a:lvl6pPr>
            <a:lvl7pPr marL="285750" indent="-285750">
              <a:spcAft>
                <a:spcPts val="600"/>
              </a:spcAft>
              <a:buFont typeface="Arial" panose="020B0604020202020204" pitchFamily="34" charset="0"/>
              <a:buChar char="•"/>
              <a:tabLst>
                <a:tab pos="5902325" algn="r"/>
              </a:tabLst>
              <a:defRPr sz="1800" b="0" baseline="0"/>
            </a:lvl7pPr>
            <a:lvl8pPr marL="360000" indent="0">
              <a:spcAft>
                <a:spcPts val="600"/>
              </a:spcAft>
              <a:buFont typeface="Arial" panose="020B0604020202020204" pitchFamily="34" charset="0"/>
              <a:buNone/>
              <a:tabLst>
                <a:tab pos="5902325" algn="r"/>
              </a:tabLst>
              <a:defRPr sz="1800" b="0" baseline="0"/>
            </a:lvl8pPr>
            <a:lvl9pPr marL="360000">
              <a:spcAft>
                <a:spcPts val="600"/>
              </a:spcAft>
              <a:tabLst>
                <a:tab pos="5902325" algn="r"/>
              </a:tabLst>
              <a:defRPr sz="1600" b="1"/>
            </a:lvl9pPr>
          </a:lstStyle>
          <a:p>
            <a:pPr lvl="1"/>
            <a:r>
              <a:rPr lang="en-US"/>
              <a:t>Bullet 1</a:t>
            </a:r>
          </a:p>
          <a:p>
            <a:pPr lvl="3"/>
            <a:r>
              <a:rPr lang="en-US"/>
              <a:t>Sub-bullet 1</a:t>
            </a:r>
          </a:p>
          <a:p>
            <a:pPr lvl="3"/>
            <a:r>
              <a:rPr lang="en-US"/>
              <a:t>Sub-bullet 2</a:t>
            </a:r>
          </a:p>
          <a:p>
            <a:pPr lvl="2"/>
            <a:r>
              <a:rPr lang="en-US"/>
              <a:t>Bullet 2</a:t>
            </a:r>
          </a:p>
          <a:p>
            <a:pPr lvl="2"/>
            <a:r>
              <a:rPr lang="en-US"/>
              <a:t>Bullet 3</a:t>
            </a:r>
          </a:p>
          <a:p>
            <a:pPr lvl="2"/>
            <a:r>
              <a:rPr lang="en-US"/>
              <a:t>Bullet 4</a:t>
            </a:r>
          </a:p>
          <a:p>
            <a:pPr lvl="3"/>
            <a:r>
              <a:rPr lang="en-US"/>
              <a:t>Sub-bullet 1</a:t>
            </a:r>
          </a:p>
          <a:p>
            <a:pPr lvl="3"/>
            <a:r>
              <a:rPr lang="en-US"/>
              <a:t>Sub-bullet 2</a:t>
            </a:r>
          </a:p>
          <a:p>
            <a:pPr lvl="2"/>
            <a:r>
              <a:rPr lang="en-US"/>
              <a:t>Summary</a:t>
            </a:r>
          </a:p>
          <a:p>
            <a:pPr lvl="7"/>
            <a:endParaRPr lang="en-US"/>
          </a:p>
          <a:p>
            <a:pPr marL="360000" lvl="1"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pPr>
            <a:endParaRPr lang="en-US"/>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endParaRPr lang="en-IN"/>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060573317"/>
      </p:ext>
    </p:extLst>
  </p:cSld>
  <p:clrMapOvr>
    <a:masterClrMapping/>
  </p:clrMapOvr>
  <p:extLst>
    <p:ext uri="{DCECCB84-F9BA-43D5-87BE-67443E8EF086}">
      <p15:sldGuideLst xmlns:p15="http://schemas.microsoft.com/office/powerpoint/2012/main">
        <p15:guide id="1" pos="259">
          <p15:clr>
            <a:srgbClr val="65CEFF"/>
          </p15:clr>
        </p15:guide>
        <p15:guide id="2" pos="3978">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2206">
          <p15:clr>
            <a:srgbClr val="65CEFF"/>
          </p15:clr>
        </p15:guide>
        <p15:guide id="9" orient="horz" pos="2343">
          <p15:clr>
            <a:srgbClr val="65CEFF"/>
          </p15:clr>
        </p15:guide>
        <p15:guide id="10" orient="horz" pos="3658">
          <p15:clr>
            <a:srgbClr val="65CEFF"/>
          </p15:clr>
        </p15:guide>
        <p15:guide id="11" orient="horz" pos="3885">
          <p15:clr>
            <a:srgbClr val="65CEFF"/>
          </p15:clr>
        </p15:guide>
        <p15:guide id="12" orient="horz" pos="4157">
          <p15:clr>
            <a:srgbClr val="65CEFF"/>
          </p15:clr>
        </p15:guide>
        <p15:guide id="13" pos="4248">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Index / Agenda">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a:xfrm>
            <a:off x="410400" y="478800"/>
            <a:ext cx="5904675" cy="576000"/>
          </a:xfrm>
        </p:spPr>
        <p:txBody>
          <a:bodyPr/>
          <a:lstStyle/>
          <a:p>
            <a:r>
              <a:rPr lang="en-US"/>
              <a:t>Click to edit Master title style</a:t>
            </a:r>
          </a:p>
        </p:txBody>
      </p:sp>
      <p:sp>
        <p:nvSpPr>
          <p:cNvPr id="4" name="Copy">
            <a:extLst>
              <a:ext uri="{FF2B5EF4-FFF2-40B4-BE49-F238E27FC236}">
                <a16:creationId xmlns:a16="http://schemas.microsoft.com/office/drawing/2014/main" id="{0E701EC8-7FC1-42BE-915D-048C74A40E0C}"/>
              </a:ext>
            </a:extLst>
          </p:cNvPr>
          <p:cNvSpPr>
            <a:spLocks noGrp="1"/>
          </p:cNvSpPr>
          <p:nvPr>
            <p:ph type="body" sz="quarter" idx="12" hasCustomPrompt="1"/>
          </p:nvPr>
        </p:nvSpPr>
        <p:spPr>
          <a:xfrm>
            <a:off x="411163" y="1414463"/>
            <a:ext cx="5903912" cy="4751387"/>
          </a:xfrm>
        </p:spPr>
        <p:txBody>
          <a:bodyPr/>
          <a:lstStyle>
            <a:lvl1pPr marL="180000" indent="-180000">
              <a:spcAft>
                <a:spcPts val="900"/>
              </a:spcAft>
              <a:tabLst>
                <a:tab pos="5902325" algn="r"/>
              </a:tabLst>
              <a:defRPr/>
            </a:lvl1pPr>
            <a:lvl2pPr>
              <a:spcAft>
                <a:spcPts val="900"/>
              </a:spcAft>
              <a:tabLst>
                <a:tab pos="5902325" algn="r"/>
              </a:tabLst>
              <a:defRPr lang="en-US" sz="1800" kern="1200" dirty="0" smtClean="0">
                <a:solidFill>
                  <a:schemeClr val="tx1"/>
                </a:solidFill>
                <a:latin typeface="+mn-lt"/>
                <a:ea typeface="+mn-ea"/>
                <a:cs typeface="+mn-cs"/>
              </a:defRPr>
            </a:lvl2pPr>
            <a:lvl3pPr marL="180000">
              <a:spcAft>
                <a:spcPts val="900"/>
              </a:spcAft>
              <a:tabLst>
                <a:tab pos="5902325" algn="r"/>
              </a:tabLst>
              <a:defRPr b="0"/>
            </a:lvl3pPr>
            <a:lvl4pPr marL="645750" indent="-285750">
              <a:lnSpc>
                <a:spcPct val="100000"/>
              </a:lnSpc>
              <a:spcAft>
                <a:spcPts val="900"/>
              </a:spcAft>
              <a:buFont typeface="Arial" panose="020B0604020202020204" pitchFamily="34" charset="0"/>
              <a:buChar char="•"/>
              <a:tabLst>
                <a:tab pos="5902325" algn="r"/>
              </a:tabLst>
              <a:defRPr lang="en-US" sz="1800" b="0" kern="1200" dirty="0">
                <a:solidFill>
                  <a:schemeClr val="tx1"/>
                </a:solidFill>
                <a:latin typeface="+mn-lt"/>
                <a:ea typeface="+mn-ea"/>
                <a:cs typeface="+mn-cs"/>
              </a:defRPr>
            </a:lvl4pPr>
            <a:lvl5pPr marL="360000">
              <a:spcAft>
                <a:spcPts val="900"/>
              </a:spcAft>
              <a:tabLst>
                <a:tab pos="5902325" algn="r"/>
              </a:tabLst>
              <a:defRPr b="0"/>
            </a:lvl5pPr>
            <a:lvl6pPr marL="180000">
              <a:spcAft>
                <a:spcPts val="600"/>
              </a:spcAft>
              <a:tabLst>
                <a:tab pos="5902325" algn="r"/>
              </a:tabLst>
              <a:defRPr sz="1600"/>
            </a:lvl6pPr>
            <a:lvl7pPr marL="180000">
              <a:spcAft>
                <a:spcPts val="600"/>
              </a:spcAft>
              <a:tabLst>
                <a:tab pos="5902325" algn="r"/>
              </a:tabLst>
              <a:defRPr sz="1600" b="1"/>
            </a:lvl7pPr>
            <a:lvl8pPr marL="645750" indent="-285750">
              <a:spcAft>
                <a:spcPts val="600"/>
              </a:spcAft>
              <a:tabLst>
                <a:tab pos="5902325" algn="r"/>
              </a:tabLst>
              <a:defRPr sz="1800"/>
            </a:lvl8pPr>
            <a:lvl9pPr marL="360000">
              <a:spcAft>
                <a:spcPts val="600"/>
              </a:spcAft>
              <a:tabLst>
                <a:tab pos="5902325" algn="r"/>
              </a:tabLst>
              <a:defRPr sz="1600" b="1"/>
            </a:lvl9pPr>
          </a:lstStyle>
          <a:p>
            <a:pPr lvl="1"/>
            <a:r>
              <a:rPr lang="en-US"/>
              <a:t>Bullet 1</a:t>
            </a:r>
          </a:p>
          <a:p>
            <a:pPr lvl="3"/>
            <a:r>
              <a:rPr lang="en-US"/>
              <a:t>Sub-bullet 1</a:t>
            </a:r>
          </a:p>
          <a:p>
            <a:pPr lvl="3"/>
            <a:r>
              <a:rPr lang="en-US"/>
              <a:t>Sub-bullet 2</a:t>
            </a:r>
          </a:p>
          <a:p>
            <a:pPr lvl="2"/>
            <a:r>
              <a:rPr lang="en-US"/>
              <a:t>Bullet 2</a:t>
            </a:r>
          </a:p>
          <a:p>
            <a:pPr lvl="2"/>
            <a:r>
              <a:rPr lang="en-US"/>
              <a:t>Bullet 3</a:t>
            </a:r>
          </a:p>
          <a:p>
            <a:pPr lvl="2"/>
            <a:r>
              <a:rPr lang="en-US"/>
              <a:t>Bullet 4</a:t>
            </a:r>
          </a:p>
          <a:p>
            <a:pPr lvl="3"/>
            <a:r>
              <a:rPr lang="en-US"/>
              <a:t>Sub-bullet 1</a:t>
            </a:r>
          </a:p>
          <a:p>
            <a:pPr lvl="3"/>
            <a:r>
              <a:rPr lang="en-US"/>
              <a:t>Sub-bullet 2</a:t>
            </a:r>
          </a:p>
          <a:p>
            <a:pPr lvl="2"/>
            <a:r>
              <a:rPr lang="en-US"/>
              <a:t>Summary</a:t>
            </a:r>
          </a:p>
          <a:p>
            <a:pPr marL="540000" lvl="3"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pPr>
            <a:endParaRPr lang="en-US"/>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endParaRPr lang="en-IN"/>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98269772"/>
      </p:ext>
    </p:extLst>
  </p:cSld>
  <p:clrMapOvr>
    <a:masterClrMapping/>
  </p:clrMapOvr>
  <p:extLst>
    <p:ext uri="{DCECCB84-F9BA-43D5-87BE-67443E8EF086}">
      <p15:sldGuideLst xmlns:p15="http://schemas.microsoft.com/office/powerpoint/2012/main">
        <p15:guide id="1" pos="259">
          <p15:clr>
            <a:srgbClr val="65CEFF"/>
          </p15:clr>
        </p15:guide>
        <p15:guide id="2" pos="3978">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2206">
          <p15:clr>
            <a:srgbClr val="65CEFF"/>
          </p15:clr>
        </p15:guide>
        <p15:guide id="9" orient="horz" pos="2343">
          <p15:clr>
            <a:srgbClr val="65CEFF"/>
          </p15:clr>
        </p15:guide>
        <p15:guide id="10" orient="horz" pos="3658">
          <p15:clr>
            <a:srgbClr val="65CEFF"/>
          </p15:clr>
        </p15:guide>
        <p15:guide id="11" orient="horz" pos="3885">
          <p15:clr>
            <a:srgbClr val="65CEFF"/>
          </p15:clr>
        </p15:guide>
        <p15:guide id="12" orient="horz" pos="4157">
          <p15:clr>
            <a:srgbClr val="65CEFF"/>
          </p15:clr>
        </p15:guide>
        <p15:guide id="13" pos="4248">
          <p15:clr>
            <a:srgbClr val="65CEF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endParaRPr lang="en-IN"/>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1583201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One object (large), Subtitle">
    <p:spTree>
      <p:nvGrpSpPr>
        <p:cNvPr id="1" name=""/>
        <p:cNvGrpSpPr/>
        <p:nvPr/>
      </p:nvGrpSpPr>
      <p:grpSpPr>
        <a:xfrm>
          <a:off x="0" y="0"/>
          <a:ext cx="0" cy="0"/>
          <a:chOff x="0" y="0"/>
          <a:chExt cx="0" cy="0"/>
        </a:xfrm>
      </p:grpSpPr>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11376026" cy="4752000"/>
          </a:xfrm>
          <a:prstGeom prst="rect">
            <a:avLst/>
          </a:prstGeom>
        </p:spPr>
        <p:txBody>
          <a:bodyPr>
            <a:noAutofit/>
          </a:bodyPr>
          <a:lstStyle>
            <a:lvl3pPr>
              <a:defRPr sz="1600"/>
            </a:lvl3pPr>
            <a:lvl4pPr>
              <a:defRPr sz="1400"/>
            </a:lvl4pPr>
            <a:lvl5pP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7367E6C0-4D2C-4C5F-86D8-A2CFF0EB3D6A}"/>
              </a:ext>
            </a:extLst>
          </p:cNvPr>
          <p:cNvSpPr>
            <a:spLocks noGrp="1"/>
          </p:cNvSpPr>
          <p:nvPr>
            <p:ph type="ftr" sz="quarter" idx="10"/>
          </p:nvPr>
        </p:nvSpPr>
        <p:spPr/>
        <p:txBody>
          <a:bodyPr/>
          <a:lstStyle/>
          <a:p>
            <a:endParaRPr lang="en-IN"/>
          </a:p>
        </p:txBody>
      </p:sp>
      <p:sp>
        <p:nvSpPr>
          <p:cNvPr id="6" name="Slide Number Placeholder">
            <a:extLst>
              <a:ext uri="{FF2B5EF4-FFF2-40B4-BE49-F238E27FC236}">
                <a16:creationId xmlns:a16="http://schemas.microsoft.com/office/drawing/2014/main" id="{6F746812-65E3-4C09-AC38-B0CFE93C8A95}"/>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7" name="Title">
            <a:extLst>
              <a:ext uri="{FF2B5EF4-FFF2-40B4-BE49-F238E27FC236}">
                <a16:creationId xmlns:a16="http://schemas.microsoft.com/office/drawing/2014/main" id="{9C4633C1-8D3E-45A5-A522-817574663A85}"/>
              </a:ext>
            </a:extLst>
          </p:cNvPr>
          <p:cNvSpPr>
            <a:spLocks noGrp="1"/>
          </p:cNvSpPr>
          <p:nvPr>
            <p:ph type="title"/>
          </p:nvPr>
        </p:nvSpPr>
        <p:spPr>
          <a:xfrm>
            <a:off x="411163" y="417600"/>
            <a:ext cx="9863997" cy="547200"/>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1210693411"/>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endParaRPr lang="en-IN"/>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716922320"/>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6" pos="4975">
          <p15:clr>
            <a:srgbClr val="65CEFF"/>
          </p15:clr>
        </p15:guide>
        <p15:guide id="7" pos="5157">
          <p15:clr>
            <a:srgbClr val="65CEFF"/>
          </p15:clr>
        </p15:guide>
        <p15:guide id="8" pos="6472">
          <p15:clr>
            <a:srgbClr val="65CEFF"/>
          </p15:clr>
        </p15:guide>
        <p15:guide id="9" pos="7425">
          <p15:clr>
            <a:srgbClr val="65CEFF"/>
          </p15:clr>
        </p15:guide>
        <p15:guide id="10" orient="horz" pos="302">
          <p15:clr>
            <a:srgbClr val="65CEFF"/>
          </p15:clr>
        </p15:guide>
        <p15:guide id="11" orient="horz" pos="664">
          <p15:clr>
            <a:srgbClr val="65CEFF"/>
          </p15:clr>
        </p15:guide>
        <p15:guide id="12" orient="horz" pos="891">
          <p15:clr>
            <a:srgbClr val="65CEFF"/>
          </p15:clr>
        </p15:guide>
        <p15:guide id="13" orient="horz" pos="2206">
          <p15:clr>
            <a:srgbClr val="65CEFF"/>
          </p15:clr>
        </p15:guide>
        <p15:guide id="14" orient="horz" pos="2343">
          <p15:clr>
            <a:srgbClr val="65CEFF"/>
          </p15:clr>
        </p15:guide>
        <p15:guide id="15" orient="horz" pos="3658">
          <p15:clr>
            <a:srgbClr val="65CEFF"/>
          </p15:clr>
        </p15:guide>
        <p15:guide id="16" orient="horz" pos="3885">
          <p15:clr>
            <a:srgbClr val="65CEFF"/>
          </p15:clr>
        </p15:guide>
        <p15:guide id="17" orient="horz" pos="4157">
          <p15:clr>
            <a:srgbClr val="65CEF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Free Content, Subtitle">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endParaRPr lang="en-IN"/>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1"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026213784"/>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6" pos="4975">
          <p15:clr>
            <a:srgbClr val="65CEFF"/>
          </p15:clr>
        </p15:guide>
        <p15:guide id="7" pos="5157">
          <p15:clr>
            <a:srgbClr val="65CEFF"/>
          </p15:clr>
        </p15:guide>
        <p15:guide id="8" pos="6472">
          <p15:clr>
            <a:srgbClr val="65CEFF"/>
          </p15:clr>
        </p15:guide>
        <p15:guide id="9" pos="7425">
          <p15:clr>
            <a:srgbClr val="65CEFF"/>
          </p15:clr>
        </p15:guide>
        <p15:guide id="10" orient="horz" pos="302">
          <p15:clr>
            <a:srgbClr val="65CEFF"/>
          </p15:clr>
        </p15:guide>
        <p15:guide id="11" orient="horz" pos="664">
          <p15:clr>
            <a:srgbClr val="65CEFF"/>
          </p15:clr>
        </p15:guide>
        <p15:guide id="12" orient="horz" pos="891">
          <p15:clr>
            <a:srgbClr val="65CEFF"/>
          </p15:clr>
        </p15:guide>
        <p15:guide id="13" orient="horz" pos="2206">
          <p15:clr>
            <a:srgbClr val="65CEFF"/>
          </p15:clr>
        </p15:guide>
        <p15:guide id="14" orient="horz" pos="2343">
          <p15:clr>
            <a:srgbClr val="65CEFF"/>
          </p15:clr>
        </p15:guide>
        <p15:guide id="15" orient="horz" pos="3658">
          <p15:clr>
            <a:srgbClr val="65CEFF"/>
          </p15:clr>
        </p15:guide>
        <p15:guide id="16" orient="horz" pos="3885">
          <p15:clr>
            <a:srgbClr val="65CEFF"/>
          </p15:clr>
        </p15:guide>
        <p15:guide id="17" orient="horz" pos="4157">
          <p15:clr>
            <a:srgbClr val="65CEF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ree Content without logo">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p:txBody>
          <a:bodyPr/>
          <a:lstStyle/>
          <a:p>
            <a:r>
              <a:rPr lang="en-US"/>
              <a:t>Click to edit Master title style</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endParaRPr lang="en-IN"/>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spTree>
    <p:extLst>
      <p:ext uri="{BB962C8B-B14F-4D97-AF65-F5344CB8AC3E}">
        <p14:creationId xmlns:p14="http://schemas.microsoft.com/office/powerpoint/2010/main" val="2524646383"/>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6" pos="4975">
          <p15:clr>
            <a:srgbClr val="65CEFF"/>
          </p15:clr>
        </p15:guide>
        <p15:guide id="7" pos="5157">
          <p15:clr>
            <a:srgbClr val="65CEFF"/>
          </p15:clr>
        </p15:guide>
        <p15:guide id="8" pos="6472">
          <p15:clr>
            <a:srgbClr val="65CEFF"/>
          </p15:clr>
        </p15:guide>
        <p15:guide id="9" pos="7425">
          <p15:clr>
            <a:srgbClr val="65CEFF"/>
          </p15:clr>
        </p15:guide>
        <p15:guide id="10" orient="horz" pos="302">
          <p15:clr>
            <a:srgbClr val="65CEFF"/>
          </p15:clr>
        </p15:guide>
        <p15:guide id="11" orient="horz" pos="664">
          <p15:clr>
            <a:srgbClr val="65CEFF"/>
          </p15:clr>
        </p15:guide>
        <p15:guide id="12" orient="horz" pos="891">
          <p15:clr>
            <a:srgbClr val="65CEFF"/>
          </p15:clr>
        </p15:guide>
        <p15:guide id="13" orient="horz" pos="2206">
          <p15:clr>
            <a:srgbClr val="65CEFF"/>
          </p15:clr>
        </p15:guide>
        <p15:guide id="14" orient="horz" pos="2343">
          <p15:clr>
            <a:srgbClr val="65CEFF"/>
          </p15:clr>
        </p15:guide>
        <p15:guide id="15" orient="horz" pos="3658">
          <p15:clr>
            <a:srgbClr val="65CEFF"/>
          </p15:clr>
        </p15:guide>
        <p15:guide id="16" orient="horz" pos="3885">
          <p15:clr>
            <a:srgbClr val="65CEFF"/>
          </p15:clr>
        </p15:guide>
        <p15:guide id="17" orient="horz" pos="4157">
          <p15:clr>
            <a:srgbClr val="65CEF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p>
            <a:r>
              <a:rPr lang="en-US"/>
              <a:t>Click to edit Master title style</a:t>
            </a:r>
          </a:p>
        </p:txBody>
      </p:sp>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endParaRPr lang="en-IN"/>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482585132"/>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One object (small) Subtitle">
    <p:spTree>
      <p:nvGrpSpPr>
        <p:cNvPr id="1" name=""/>
        <p:cNvGrpSpPr/>
        <p:nvPr/>
      </p:nvGrpSpPr>
      <p:grpSpPr>
        <a:xfrm>
          <a:off x="0" y="0"/>
          <a:ext cx="0" cy="0"/>
          <a:chOff x="0" y="0"/>
          <a:chExt cx="0" cy="0"/>
        </a:xfrm>
      </p:grpSpPr>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719931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endParaRPr lang="en-IN"/>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2"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
        <p:nvSpPr>
          <p:cNvPr id="13" name="Content Placeholder 8"/>
          <p:cNvSpPr>
            <a:spLocks noGrp="1"/>
          </p:cNvSpPr>
          <p:nvPr>
            <p:ph sz="quarter" idx="12" hasCustomPrompt="1"/>
          </p:nvPr>
        </p:nvSpPr>
        <p:spPr>
          <a:xfrm>
            <a:off x="410400" y="727588"/>
            <a:ext cx="9863997" cy="412219"/>
          </a:xfrm>
        </p:spPr>
        <p:txBody>
          <a:bodyPr/>
          <a:lstStyle>
            <a:lvl1pPr marL="0" indent="0">
              <a:buNone/>
              <a:defRPr sz="2000" b="0">
                <a:solidFill>
                  <a:schemeClr val="accent1"/>
                </a:solidFill>
                <a:latin typeface="+mj-lt"/>
              </a:defRPr>
            </a:lvl1pPr>
          </a:lstStyle>
          <a:p>
            <a:pPr lvl="0"/>
            <a:r>
              <a:rPr lang="en-US"/>
              <a:t>Click to edit Master subtitle styles</a:t>
            </a:r>
          </a:p>
        </p:txBody>
      </p:sp>
    </p:spTree>
    <p:extLst>
      <p:ext uri="{BB962C8B-B14F-4D97-AF65-F5344CB8AC3E}">
        <p14:creationId xmlns:p14="http://schemas.microsoft.com/office/powerpoint/2010/main" val="74480215"/>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One object (large)">
    <p:spTree>
      <p:nvGrpSpPr>
        <p:cNvPr id="1" name=""/>
        <p:cNvGrpSpPr/>
        <p:nvPr/>
      </p:nvGrpSpPr>
      <p:grpSpPr>
        <a:xfrm>
          <a:off x="0" y="0"/>
          <a:ext cx="0" cy="0"/>
          <a:chOff x="0" y="0"/>
          <a:chExt cx="0" cy="0"/>
        </a:xfrm>
      </p:grpSpPr>
      <p:sp>
        <p:nvSpPr>
          <p:cNvPr id="3" name="Copy">
            <a:extLst>
              <a:ext uri="{FF2B5EF4-FFF2-40B4-BE49-F238E27FC236}">
                <a16:creationId xmlns:a16="http://schemas.microsoft.com/office/drawing/2014/main" id="{9CE7E2D8-94E8-4FE6-93A5-924CA3EC5315}"/>
              </a:ext>
            </a:extLst>
          </p:cNvPr>
          <p:cNvSpPr>
            <a:spLocks noGrp="1"/>
          </p:cNvSpPr>
          <p:nvPr>
            <p:ph idx="1"/>
          </p:nvPr>
        </p:nvSpPr>
        <p:spPr>
          <a:xfrm>
            <a:off x="411162"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7367E6C0-4D2C-4C5F-86D8-A2CFF0EB3D6A}"/>
              </a:ext>
            </a:extLst>
          </p:cNvPr>
          <p:cNvSpPr>
            <a:spLocks noGrp="1"/>
          </p:cNvSpPr>
          <p:nvPr>
            <p:ph type="ftr" sz="quarter" idx="10"/>
          </p:nvPr>
        </p:nvSpPr>
        <p:spPr/>
        <p:txBody>
          <a:bodyPr/>
          <a:lstStyle/>
          <a:p>
            <a:endParaRPr lang="en-IN"/>
          </a:p>
        </p:txBody>
      </p:sp>
      <p:sp>
        <p:nvSpPr>
          <p:cNvPr id="6" name="Slide Number Placeholder">
            <a:extLst>
              <a:ext uri="{FF2B5EF4-FFF2-40B4-BE49-F238E27FC236}">
                <a16:creationId xmlns:a16="http://schemas.microsoft.com/office/drawing/2014/main" id="{6F746812-65E3-4C09-AC38-B0CFE93C8A95}"/>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89359"/>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33A503D1-D234-4258-9A03-D858B10BA46D}"/>
              </a:ext>
            </a:extLst>
          </p:cNvPr>
          <p:cNvSpPr>
            <a:spLocks noGrp="1"/>
          </p:cNvSpPr>
          <p:nvPr>
            <p:ph type="ftr" sz="quarter" idx="10"/>
          </p:nvPr>
        </p:nvSpPr>
        <p:spPr/>
        <p:txBody>
          <a:bodyPr/>
          <a:lstStyle/>
          <a:p>
            <a:endParaRPr lang="en-IN"/>
          </a:p>
        </p:txBody>
      </p:sp>
      <p:sp>
        <p:nvSpPr>
          <p:cNvPr id="7" name="Slide Number Placeholder">
            <a:extLst>
              <a:ext uri="{FF2B5EF4-FFF2-40B4-BE49-F238E27FC236}">
                <a16:creationId xmlns:a16="http://schemas.microsoft.com/office/drawing/2014/main" id="{21AA656B-0BAF-4B75-90BE-93CAC5946C0B}"/>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429552141"/>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wo columns, Subtitle">
    <p:spTree>
      <p:nvGrpSpPr>
        <p:cNvPr id="1" name=""/>
        <p:cNvGrpSpPr/>
        <p:nvPr/>
      </p:nvGrpSpPr>
      <p:grpSpPr>
        <a:xfrm>
          <a:off x="0" y="0"/>
          <a:ext cx="0" cy="0"/>
          <a:chOff x="0" y="0"/>
          <a:chExt cx="0" cy="0"/>
        </a:xfrm>
      </p:grpSpPr>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33A503D1-D234-4258-9A03-D858B10BA46D}"/>
              </a:ext>
            </a:extLst>
          </p:cNvPr>
          <p:cNvSpPr>
            <a:spLocks noGrp="1"/>
          </p:cNvSpPr>
          <p:nvPr>
            <p:ph type="ftr" sz="quarter" idx="10"/>
          </p:nvPr>
        </p:nvSpPr>
        <p:spPr/>
        <p:txBody>
          <a:bodyPr/>
          <a:lstStyle/>
          <a:p>
            <a:endParaRPr lang="en-IN"/>
          </a:p>
        </p:txBody>
      </p:sp>
      <p:sp>
        <p:nvSpPr>
          <p:cNvPr id="7" name="Slide Number Placeholder">
            <a:extLst>
              <a:ext uri="{FF2B5EF4-FFF2-40B4-BE49-F238E27FC236}">
                <a16:creationId xmlns:a16="http://schemas.microsoft.com/office/drawing/2014/main" id="{21AA656B-0BAF-4B75-90BE-93CAC5946C0B}"/>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2"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
        <p:nvSpPr>
          <p:cNvPr id="13" name="Content Placeholder 8"/>
          <p:cNvSpPr>
            <a:spLocks noGrp="1"/>
          </p:cNvSpPr>
          <p:nvPr>
            <p:ph sz="quarter" idx="12" hasCustomPrompt="1"/>
          </p:nvPr>
        </p:nvSpPr>
        <p:spPr>
          <a:xfrm>
            <a:off x="410400" y="727588"/>
            <a:ext cx="9863997" cy="412219"/>
          </a:xfrm>
        </p:spPr>
        <p:txBody>
          <a:bodyPr/>
          <a:lstStyle>
            <a:lvl1pPr marL="0" indent="0">
              <a:buNone/>
              <a:defRPr sz="2000" b="0">
                <a:solidFill>
                  <a:schemeClr val="accent1"/>
                </a:solidFill>
                <a:latin typeface="+mj-lt"/>
              </a:defRPr>
            </a:lvl1pPr>
          </a:lstStyle>
          <a:p>
            <a:pPr lvl="0"/>
            <a:r>
              <a:rPr lang="en-US"/>
              <a:t>Click to edit Master subtitle styles</a:t>
            </a:r>
          </a:p>
        </p:txBody>
      </p:sp>
    </p:spTree>
    <p:extLst>
      <p:ext uri="{BB962C8B-B14F-4D97-AF65-F5344CB8AC3E}">
        <p14:creationId xmlns:p14="http://schemas.microsoft.com/office/powerpoint/2010/main" val="3307614224"/>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py 3">
            <a:extLst>
              <a:ext uri="{FF2B5EF4-FFF2-40B4-BE49-F238E27FC236}">
                <a16:creationId xmlns:a16="http://schemas.microsoft.com/office/drawing/2014/main" id="{F020B491-E63A-4FB5-94ED-2BC31EB35C33}"/>
              </a:ext>
            </a:extLst>
          </p:cNvPr>
          <p:cNvSpPr>
            <a:spLocks noGrp="1"/>
          </p:cNvSpPr>
          <p:nvPr>
            <p:ph sz="half" idx="12"/>
          </p:nvPr>
        </p:nvSpPr>
        <p:spPr>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E613FA68-C74A-4621-9563-250388EBCC8B}"/>
              </a:ext>
            </a:extLst>
          </p:cNvPr>
          <p:cNvSpPr>
            <a:spLocks noGrp="1"/>
          </p:cNvSpPr>
          <p:nvPr>
            <p:ph type="ftr" sz="quarter" idx="13"/>
          </p:nvPr>
        </p:nvSpPr>
        <p:spPr/>
        <p:txBody>
          <a:bodyPr/>
          <a:lstStyle/>
          <a:p>
            <a:endParaRPr lang="en-IN"/>
          </a:p>
        </p:txBody>
      </p:sp>
      <p:sp>
        <p:nvSpPr>
          <p:cNvPr id="7" name="Slide Number Placeholder">
            <a:extLst>
              <a:ext uri="{FF2B5EF4-FFF2-40B4-BE49-F238E27FC236}">
                <a16:creationId xmlns:a16="http://schemas.microsoft.com/office/drawing/2014/main" id="{F9117D9C-D502-472C-A3C8-FA9087A2EDCE}"/>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544730557"/>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hree columns, Subtitle">
    <p:spTree>
      <p:nvGrpSpPr>
        <p:cNvPr id="1" name=""/>
        <p:cNvGrpSpPr/>
        <p:nvPr/>
      </p:nvGrpSpPr>
      <p:grpSpPr>
        <a:xfrm>
          <a:off x="0" y="0"/>
          <a:ext cx="0" cy="0"/>
          <a:chOff x="0" y="0"/>
          <a:chExt cx="0" cy="0"/>
        </a:xfrm>
      </p:grpSpPr>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2">
            <a:extLst>
              <a:ext uri="{FF2B5EF4-FFF2-40B4-BE49-F238E27FC236}">
                <a16:creationId xmlns:a16="http://schemas.microsoft.com/office/drawing/2014/main" id="{BF3FF41E-3844-4153-B955-A1F3E9EC1D30}"/>
              </a:ext>
            </a:extLst>
          </p:cNvPr>
          <p:cNvSpPr>
            <a:spLocks noGrp="1"/>
          </p:cNvSpPr>
          <p:nvPr>
            <p:ph sz="half" idx="2"/>
          </p:nvPr>
        </p:nvSpPr>
        <p:spPr>
          <a:xfrm>
            <a:off x="4298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py 3">
            <a:extLst>
              <a:ext uri="{FF2B5EF4-FFF2-40B4-BE49-F238E27FC236}">
                <a16:creationId xmlns:a16="http://schemas.microsoft.com/office/drawing/2014/main" id="{F020B491-E63A-4FB5-94ED-2BC31EB35C33}"/>
              </a:ext>
            </a:extLst>
          </p:cNvPr>
          <p:cNvSpPr>
            <a:spLocks noGrp="1"/>
          </p:cNvSpPr>
          <p:nvPr>
            <p:ph sz="half" idx="12"/>
          </p:nvPr>
        </p:nvSpPr>
        <p:spPr>
          <a:xfrm>
            <a:off x="8186400" y="1414800"/>
            <a:ext cx="3600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E613FA68-C74A-4621-9563-250388EBCC8B}"/>
              </a:ext>
            </a:extLst>
          </p:cNvPr>
          <p:cNvSpPr>
            <a:spLocks noGrp="1"/>
          </p:cNvSpPr>
          <p:nvPr>
            <p:ph type="ftr" sz="quarter" idx="13"/>
          </p:nvPr>
        </p:nvSpPr>
        <p:spPr/>
        <p:txBody>
          <a:bodyPr/>
          <a:lstStyle/>
          <a:p>
            <a:endParaRPr lang="en-IN"/>
          </a:p>
        </p:txBody>
      </p:sp>
      <p:sp>
        <p:nvSpPr>
          <p:cNvPr id="7" name="Slide Number Placeholder">
            <a:extLst>
              <a:ext uri="{FF2B5EF4-FFF2-40B4-BE49-F238E27FC236}">
                <a16:creationId xmlns:a16="http://schemas.microsoft.com/office/drawing/2014/main" id="{F9117D9C-D502-472C-A3C8-FA9087A2EDCE}"/>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3"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
        <p:nvSpPr>
          <p:cNvPr id="14" name="Content Placeholder 8"/>
          <p:cNvSpPr>
            <a:spLocks noGrp="1"/>
          </p:cNvSpPr>
          <p:nvPr>
            <p:ph sz="quarter" idx="15" hasCustomPrompt="1"/>
          </p:nvPr>
        </p:nvSpPr>
        <p:spPr>
          <a:xfrm>
            <a:off x="410400" y="727588"/>
            <a:ext cx="9863997" cy="412219"/>
          </a:xfrm>
        </p:spPr>
        <p:txBody>
          <a:bodyPr/>
          <a:lstStyle>
            <a:lvl1pPr marL="0" indent="0">
              <a:buNone/>
              <a:defRPr sz="2000" b="0">
                <a:solidFill>
                  <a:schemeClr val="accent1"/>
                </a:solidFill>
                <a:latin typeface="+mj-lt"/>
              </a:defRPr>
            </a:lvl1pPr>
          </a:lstStyle>
          <a:p>
            <a:pPr lvl="0"/>
            <a:r>
              <a:rPr lang="en-US"/>
              <a:t>Click to edit Master subtitle styles</a:t>
            </a:r>
          </a:p>
        </p:txBody>
      </p:sp>
    </p:spTree>
    <p:extLst>
      <p:ext uri="{BB962C8B-B14F-4D97-AF65-F5344CB8AC3E}">
        <p14:creationId xmlns:p14="http://schemas.microsoft.com/office/powerpoint/2010/main" val="2775641623"/>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4975">
          <p15:clr>
            <a:srgbClr val="65CEFF"/>
          </p15:clr>
        </p15:guide>
        <p15:guide id="5" pos="5157">
          <p15:clr>
            <a:srgbClr val="65CEFF"/>
          </p15:clr>
        </p15:guide>
        <p15:guide id="6" pos="6472">
          <p15:clr>
            <a:srgbClr val="65CEFF"/>
          </p15:clr>
        </p15:guide>
        <p15:guide id="7" pos="7425">
          <p15:clr>
            <a:srgbClr val="65CEFF"/>
          </p15:clr>
        </p15:guide>
        <p15:guide id="8" orient="horz" pos="302">
          <p15:clr>
            <a:srgbClr val="65CEFF"/>
          </p15:clr>
        </p15:guide>
        <p15:guide id="9" orient="horz" pos="664">
          <p15:clr>
            <a:srgbClr val="65CEFF"/>
          </p15:clr>
        </p15:guide>
        <p15:guide id="10" orient="horz" pos="891">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ur object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py 2">
            <a:extLst>
              <a:ext uri="{FF2B5EF4-FFF2-40B4-BE49-F238E27FC236}">
                <a16:creationId xmlns:a16="http://schemas.microsoft.com/office/drawing/2014/main" id="{2871E7F7-6A93-4406-8617-80D9CFF396A8}"/>
              </a:ext>
            </a:extLst>
          </p:cNvPr>
          <p:cNvSpPr>
            <a:spLocks noGrp="1"/>
          </p:cNvSpPr>
          <p:nvPr>
            <p:ph sz="half" idx="12"/>
          </p:nvPr>
        </p:nvSpPr>
        <p:spPr>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3">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py 4">
            <a:extLst>
              <a:ext uri="{FF2B5EF4-FFF2-40B4-BE49-F238E27FC236}">
                <a16:creationId xmlns:a16="http://schemas.microsoft.com/office/drawing/2014/main" id="{7AD3B9B1-3210-46C8-8222-A0E11719EB88}"/>
              </a:ext>
            </a:extLst>
          </p:cNvPr>
          <p:cNvSpPr>
            <a:spLocks noGrp="1"/>
          </p:cNvSpPr>
          <p:nvPr>
            <p:ph sz="half" idx="13"/>
          </p:nvPr>
        </p:nvSpPr>
        <p:spPr>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1DF6F0C8-00D9-4034-B3CC-D376702BE1C8}"/>
              </a:ext>
            </a:extLst>
          </p:cNvPr>
          <p:cNvSpPr>
            <a:spLocks noGrp="1"/>
          </p:cNvSpPr>
          <p:nvPr>
            <p:ph type="ftr" sz="quarter" idx="14"/>
          </p:nvPr>
        </p:nvSpPr>
        <p:spPr/>
        <p:txBody>
          <a:bodyPr/>
          <a:lstStyle/>
          <a:p>
            <a:endParaRPr lang="en-IN"/>
          </a:p>
        </p:txBody>
      </p:sp>
      <p:sp>
        <p:nvSpPr>
          <p:cNvPr id="7" name="Slide Number Placeholder">
            <a:extLst>
              <a:ext uri="{FF2B5EF4-FFF2-40B4-BE49-F238E27FC236}">
                <a16:creationId xmlns:a16="http://schemas.microsoft.com/office/drawing/2014/main" id="{53D55964-F7E8-48E3-84D5-FE4FE835C563}"/>
              </a:ext>
            </a:extLst>
          </p:cNvPr>
          <p:cNvSpPr>
            <a:spLocks noGrp="1"/>
          </p:cNvSpPr>
          <p:nvPr>
            <p:ph type="sldNum" sz="quarter" idx="15"/>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199219652"/>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Four objects, subtitle">
    <p:spTree>
      <p:nvGrpSpPr>
        <p:cNvPr id="1" name=""/>
        <p:cNvGrpSpPr/>
        <p:nvPr/>
      </p:nvGrpSpPr>
      <p:grpSpPr>
        <a:xfrm>
          <a:off x="0" y="0"/>
          <a:ext cx="0" cy="0"/>
          <a:chOff x="0" y="0"/>
          <a:chExt cx="0" cy="0"/>
        </a:xfrm>
      </p:grpSpPr>
      <p:sp>
        <p:nvSpPr>
          <p:cNvPr id="3" name="Copy 1">
            <a:extLst>
              <a:ext uri="{FF2B5EF4-FFF2-40B4-BE49-F238E27FC236}">
                <a16:creationId xmlns:a16="http://schemas.microsoft.com/office/drawing/2014/main" id="{A8B1D58A-DC84-4573-957E-9BEA9AAB308E}"/>
              </a:ext>
            </a:extLst>
          </p:cNvPr>
          <p:cNvSpPr>
            <a:spLocks noGrp="1"/>
          </p:cNvSpPr>
          <p:nvPr>
            <p:ph sz="half" idx="1"/>
          </p:nvPr>
        </p:nvSpPr>
        <p:spPr>
          <a:xfrm>
            <a:off x="411162" y="1414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py 2">
            <a:extLst>
              <a:ext uri="{FF2B5EF4-FFF2-40B4-BE49-F238E27FC236}">
                <a16:creationId xmlns:a16="http://schemas.microsoft.com/office/drawing/2014/main" id="{2871E7F7-6A93-4406-8617-80D9CFF396A8}"/>
              </a:ext>
            </a:extLst>
          </p:cNvPr>
          <p:cNvSpPr>
            <a:spLocks noGrp="1"/>
          </p:cNvSpPr>
          <p:nvPr>
            <p:ph sz="half" idx="12"/>
          </p:nvPr>
        </p:nvSpPr>
        <p:spPr>
          <a:xfrm>
            <a:off x="411162" y="3718800"/>
            <a:ext cx="5470526"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 3">
            <a:extLst>
              <a:ext uri="{FF2B5EF4-FFF2-40B4-BE49-F238E27FC236}">
                <a16:creationId xmlns:a16="http://schemas.microsoft.com/office/drawing/2014/main" id="{BF3FF41E-3844-4153-B955-A1F3E9EC1D30}"/>
              </a:ext>
            </a:extLst>
          </p:cNvPr>
          <p:cNvSpPr>
            <a:spLocks noGrp="1"/>
          </p:cNvSpPr>
          <p:nvPr>
            <p:ph sz="half" idx="2"/>
          </p:nvPr>
        </p:nvSpPr>
        <p:spPr>
          <a:xfrm>
            <a:off x="6315075" y="1414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py 4">
            <a:extLst>
              <a:ext uri="{FF2B5EF4-FFF2-40B4-BE49-F238E27FC236}">
                <a16:creationId xmlns:a16="http://schemas.microsoft.com/office/drawing/2014/main" id="{7AD3B9B1-3210-46C8-8222-A0E11719EB88}"/>
              </a:ext>
            </a:extLst>
          </p:cNvPr>
          <p:cNvSpPr>
            <a:spLocks noGrp="1"/>
          </p:cNvSpPr>
          <p:nvPr>
            <p:ph sz="half" idx="13"/>
          </p:nvPr>
        </p:nvSpPr>
        <p:spPr>
          <a:xfrm>
            <a:off x="6315075" y="3718800"/>
            <a:ext cx="5465763" cy="2088000"/>
          </a:xfrm>
          <a:prstGeom prst="rect">
            <a:avLst/>
          </a:prstGeo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a:extLst>
              <a:ext uri="{FF2B5EF4-FFF2-40B4-BE49-F238E27FC236}">
                <a16:creationId xmlns:a16="http://schemas.microsoft.com/office/drawing/2014/main" id="{1DF6F0C8-00D9-4034-B3CC-D376702BE1C8}"/>
              </a:ext>
            </a:extLst>
          </p:cNvPr>
          <p:cNvSpPr>
            <a:spLocks noGrp="1"/>
          </p:cNvSpPr>
          <p:nvPr>
            <p:ph type="ftr" sz="quarter" idx="14"/>
          </p:nvPr>
        </p:nvSpPr>
        <p:spPr/>
        <p:txBody>
          <a:bodyPr/>
          <a:lstStyle/>
          <a:p>
            <a:endParaRPr lang="en-IN"/>
          </a:p>
        </p:txBody>
      </p:sp>
      <p:sp>
        <p:nvSpPr>
          <p:cNvPr id="7" name="Slide Number Placeholder">
            <a:extLst>
              <a:ext uri="{FF2B5EF4-FFF2-40B4-BE49-F238E27FC236}">
                <a16:creationId xmlns:a16="http://schemas.microsoft.com/office/drawing/2014/main" id="{53D55964-F7E8-48E3-84D5-FE4FE835C563}"/>
              </a:ext>
            </a:extLst>
          </p:cNvPr>
          <p:cNvSpPr>
            <a:spLocks noGrp="1"/>
          </p:cNvSpPr>
          <p:nvPr>
            <p:ph type="sldNum" sz="quarter" idx="15"/>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6FCACBED-2537-4F3E-8D2C-E60141005364}"/>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4"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
        <p:nvSpPr>
          <p:cNvPr id="15" name="Content Placeholder 8"/>
          <p:cNvSpPr>
            <a:spLocks noGrp="1"/>
          </p:cNvSpPr>
          <p:nvPr>
            <p:ph sz="quarter" idx="16" hasCustomPrompt="1"/>
          </p:nvPr>
        </p:nvSpPr>
        <p:spPr>
          <a:xfrm>
            <a:off x="410400" y="727588"/>
            <a:ext cx="9863997" cy="412219"/>
          </a:xfrm>
        </p:spPr>
        <p:txBody>
          <a:bodyPr/>
          <a:lstStyle>
            <a:lvl1pPr marL="0" indent="0">
              <a:buNone/>
              <a:defRPr sz="2000" b="0">
                <a:solidFill>
                  <a:schemeClr val="accent1"/>
                </a:solidFill>
                <a:latin typeface="+mj-lt"/>
              </a:defRPr>
            </a:lvl1pPr>
          </a:lstStyle>
          <a:p>
            <a:pPr lvl="0"/>
            <a:r>
              <a:rPr lang="en-US"/>
              <a:t>Click to edit Master subtitle styles</a:t>
            </a:r>
          </a:p>
        </p:txBody>
      </p:sp>
    </p:spTree>
    <p:extLst>
      <p:ext uri="{BB962C8B-B14F-4D97-AF65-F5344CB8AC3E}">
        <p14:creationId xmlns:p14="http://schemas.microsoft.com/office/powerpoint/2010/main" val="2560604479"/>
      </p:ext>
    </p:extLst>
  </p:cSld>
  <p:clrMapOvr>
    <a:masterClrMapping/>
  </p:clrMapOvr>
  <p:extLst>
    <p:ext uri="{DCECCB84-F9BA-43D5-87BE-67443E8EF086}">
      <p15:sldGuideLst xmlns:p15="http://schemas.microsoft.com/office/powerpoint/2012/main">
        <p15:guide id="1" pos="259">
          <p15:clr>
            <a:srgbClr val="65CEFF"/>
          </p15:clr>
        </p15:guide>
        <p15:guide id="2" pos="3705">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2206">
          <p15:clr>
            <a:srgbClr val="65CEFF"/>
          </p15:clr>
        </p15:guide>
        <p15:guide id="10" orient="horz" pos="2343">
          <p15:clr>
            <a:srgbClr val="65CEFF"/>
          </p15:clr>
        </p15:guide>
        <p15:guide id="11" orient="horz" pos="3658">
          <p15:clr>
            <a:srgbClr val="65CEFF"/>
          </p15:clr>
        </p15:guide>
        <p15:guide id="12" orient="horz" pos="3885">
          <p15:clr>
            <a:srgbClr val="65CEFF"/>
          </p15:clr>
        </p15:guide>
        <p15:guide id="13"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s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68133C-15D2-4F33-802E-DF15E7891829}"/>
              </a:ext>
            </a:extLst>
          </p:cNvPr>
          <p:cNvSpPr>
            <a:spLocks noGrp="1"/>
          </p:cNvSpPr>
          <p:nvPr>
            <p:ph type="title"/>
          </p:nvPr>
        </p:nvSpPr>
        <p:spPr/>
        <p:txBody>
          <a:bodyPr/>
          <a:lstStyle/>
          <a:p>
            <a:r>
              <a:rPr lang="en-US"/>
              <a:t>Click to edit Master title style</a:t>
            </a:r>
          </a:p>
        </p:txBody>
      </p:sp>
      <p:sp>
        <p:nvSpPr>
          <p:cNvPr id="7" name="Picture Placeholder">
            <a:extLst>
              <a:ext uri="{FF2B5EF4-FFF2-40B4-BE49-F238E27FC236}">
                <a16:creationId xmlns:a16="http://schemas.microsoft.com/office/drawing/2014/main" id="{90866A30-329B-420B-B42B-2C69E0DE6D9B}"/>
              </a:ext>
            </a:extLst>
          </p:cNvPr>
          <p:cNvSpPr>
            <a:spLocks noGrp="1"/>
          </p:cNvSpPr>
          <p:nvPr>
            <p:ph type="pic" sz="quarter" idx="12"/>
          </p:nvPr>
        </p:nvSpPr>
        <p:spPr>
          <a:xfrm>
            <a:off x="411161" y="1414800"/>
            <a:ext cx="7199313" cy="4752000"/>
          </a:xfrm>
          <a:solidFill>
            <a:schemeClr val="bg2"/>
          </a:solidFill>
        </p:spPr>
        <p:txBody>
          <a:bodyPr>
            <a:noAutofit/>
          </a:bodyPr>
          <a:lstStyle/>
          <a:p>
            <a:r>
              <a:rPr lang="en-US"/>
              <a:t>Click icon to add picture</a:t>
            </a:r>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33756E69-CA2F-47EC-9D32-CB09C4CD83F1}"/>
              </a:ext>
            </a:extLst>
          </p:cNvPr>
          <p:cNvSpPr>
            <a:spLocks noGrp="1"/>
          </p:cNvSpPr>
          <p:nvPr>
            <p:ph type="ftr" sz="quarter" idx="13"/>
          </p:nvPr>
        </p:nvSpPr>
        <p:spPr/>
        <p:txBody>
          <a:bodyPr/>
          <a:lstStyle/>
          <a:p>
            <a:endParaRPr lang="en-IN"/>
          </a:p>
        </p:txBody>
      </p:sp>
      <p:sp>
        <p:nvSpPr>
          <p:cNvPr id="5" name="Slide Number Placeholder">
            <a:extLst>
              <a:ext uri="{FF2B5EF4-FFF2-40B4-BE49-F238E27FC236}">
                <a16:creationId xmlns:a16="http://schemas.microsoft.com/office/drawing/2014/main" id="{95022CCB-0484-488B-8637-222C3919B0F7}"/>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9" name="Siemens Logo">
            <a:extLst>
              <a:ext uri="{FF2B5EF4-FFF2-40B4-BE49-F238E27FC236}">
                <a16:creationId xmlns:a16="http://schemas.microsoft.com/office/drawing/2014/main" id="{F468BE17-5D03-45C2-9D37-CF354AAA9589}"/>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645994067"/>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wo columns (Spotlight), subtitl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90866A30-329B-420B-B42B-2C69E0DE6D9B}"/>
              </a:ext>
            </a:extLst>
          </p:cNvPr>
          <p:cNvSpPr>
            <a:spLocks noGrp="1"/>
          </p:cNvSpPr>
          <p:nvPr>
            <p:ph type="pic" sz="quarter" idx="12"/>
          </p:nvPr>
        </p:nvSpPr>
        <p:spPr>
          <a:xfrm>
            <a:off x="411161" y="1414800"/>
            <a:ext cx="7199313" cy="4752000"/>
          </a:xfrm>
          <a:solidFill>
            <a:schemeClr val="bg2"/>
          </a:solidFill>
        </p:spPr>
        <p:txBody>
          <a:bodyPr>
            <a:noAutofit/>
          </a:bodyPr>
          <a:lstStyle/>
          <a:p>
            <a:r>
              <a:rPr lang="en-US"/>
              <a:t>Click icon to add picture</a:t>
            </a:r>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a:extLst>
              <a:ext uri="{FF2B5EF4-FFF2-40B4-BE49-F238E27FC236}">
                <a16:creationId xmlns:a16="http://schemas.microsoft.com/office/drawing/2014/main" id="{33756E69-CA2F-47EC-9D32-CB09C4CD83F1}"/>
              </a:ext>
            </a:extLst>
          </p:cNvPr>
          <p:cNvSpPr>
            <a:spLocks noGrp="1"/>
          </p:cNvSpPr>
          <p:nvPr>
            <p:ph type="ftr" sz="quarter" idx="13"/>
          </p:nvPr>
        </p:nvSpPr>
        <p:spPr/>
        <p:txBody>
          <a:bodyPr/>
          <a:lstStyle/>
          <a:p>
            <a:endParaRPr lang="en-IN"/>
          </a:p>
        </p:txBody>
      </p:sp>
      <p:sp>
        <p:nvSpPr>
          <p:cNvPr id="5" name="Slide Number Placeholder">
            <a:extLst>
              <a:ext uri="{FF2B5EF4-FFF2-40B4-BE49-F238E27FC236}">
                <a16:creationId xmlns:a16="http://schemas.microsoft.com/office/drawing/2014/main" id="{95022CCB-0484-488B-8637-222C3919B0F7}"/>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9" name="Siemens Logo">
            <a:extLst>
              <a:ext uri="{FF2B5EF4-FFF2-40B4-BE49-F238E27FC236}">
                <a16:creationId xmlns:a16="http://schemas.microsoft.com/office/drawing/2014/main" id="{F468BE17-5D03-45C2-9D37-CF354AAA9589}"/>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1"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
        <p:nvSpPr>
          <p:cNvPr id="12" name="Content Placeholder 8"/>
          <p:cNvSpPr>
            <a:spLocks noGrp="1"/>
          </p:cNvSpPr>
          <p:nvPr>
            <p:ph sz="quarter" idx="15" hasCustomPrompt="1"/>
          </p:nvPr>
        </p:nvSpPr>
        <p:spPr>
          <a:xfrm>
            <a:off x="410400" y="727588"/>
            <a:ext cx="9863997" cy="412219"/>
          </a:xfrm>
        </p:spPr>
        <p:txBody>
          <a:bodyPr/>
          <a:lstStyle>
            <a:lvl1pPr marL="0" indent="0">
              <a:buNone/>
              <a:defRPr sz="2000" b="0">
                <a:solidFill>
                  <a:schemeClr val="accent1"/>
                </a:solidFill>
                <a:latin typeface="+mj-lt"/>
              </a:defRPr>
            </a:lvl1pPr>
          </a:lstStyle>
          <a:p>
            <a:pPr lvl="0"/>
            <a:r>
              <a:rPr lang="en-US"/>
              <a:t>Click to edit Master subtitle styles</a:t>
            </a:r>
          </a:p>
        </p:txBody>
      </p:sp>
    </p:spTree>
    <p:extLst>
      <p:ext uri="{BB962C8B-B14F-4D97-AF65-F5344CB8AC3E}">
        <p14:creationId xmlns:p14="http://schemas.microsoft.com/office/powerpoint/2010/main" val="3202837863"/>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s without logo (Spot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0C7B869-3095-4D4F-B832-8B6077991AA5}"/>
              </a:ext>
            </a:extLst>
          </p:cNvPr>
          <p:cNvSpPr>
            <a:spLocks noGrp="1"/>
          </p:cNvSpPr>
          <p:nvPr>
            <p:ph type="title"/>
          </p:nvPr>
        </p:nvSpPr>
        <p:spPr/>
        <p:txBody>
          <a:bodyPr/>
          <a:lstStyle/>
          <a:p>
            <a:r>
              <a:rPr lang="en-US"/>
              <a:t>Click to edit Master title style</a:t>
            </a:r>
          </a:p>
        </p:txBody>
      </p:sp>
      <p:sp>
        <p:nvSpPr>
          <p:cNvPr id="9" name="Picture Placeholder">
            <a:extLst>
              <a:ext uri="{FF2B5EF4-FFF2-40B4-BE49-F238E27FC236}">
                <a16:creationId xmlns:a16="http://schemas.microsoft.com/office/drawing/2014/main" id="{299C05E6-AE55-4C36-8543-1DA3751542EB}"/>
              </a:ext>
            </a:extLst>
          </p:cNvPr>
          <p:cNvSpPr>
            <a:spLocks noGrp="1"/>
          </p:cNvSpPr>
          <p:nvPr>
            <p:ph type="pic" sz="quarter" idx="12"/>
          </p:nvPr>
        </p:nvSpPr>
        <p:spPr>
          <a:xfrm>
            <a:off x="411163" y="1414800"/>
            <a:ext cx="7199311" cy="4752000"/>
          </a:xfrm>
          <a:solidFill>
            <a:schemeClr val="bg2"/>
          </a:solidFill>
        </p:spPr>
        <p:txBody>
          <a:bodyPr/>
          <a:lstStyle/>
          <a:p>
            <a:r>
              <a:rPr lang="en-US"/>
              <a:t>Click icon to add picture</a:t>
            </a:r>
          </a:p>
        </p:txBody>
      </p:sp>
      <p:sp>
        <p:nvSpPr>
          <p:cNvPr id="4" name="Copy">
            <a:extLst>
              <a:ext uri="{FF2B5EF4-FFF2-40B4-BE49-F238E27FC236}">
                <a16:creationId xmlns:a16="http://schemas.microsoft.com/office/drawing/2014/main" id="{BF3FF41E-3844-4153-B955-A1F3E9EC1D30}"/>
              </a:ext>
            </a:extLst>
          </p:cNvPr>
          <p:cNvSpPr>
            <a:spLocks noGrp="1"/>
          </p:cNvSpPr>
          <p:nvPr>
            <p:ph sz="half" idx="2"/>
          </p:nvPr>
        </p:nvSpPr>
        <p:spPr>
          <a:xfrm>
            <a:off x="8043189" y="1414800"/>
            <a:ext cx="3744000"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2BA12055-C879-45E9-A105-2B26D233C9D4}"/>
              </a:ext>
            </a:extLst>
          </p:cNvPr>
          <p:cNvSpPr>
            <a:spLocks noGrp="1"/>
          </p:cNvSpPr>
          <p:nvPr>
            <p:ph type="ftr" sz="quarter" idx="13"/>
          </p:nvPr>
        </p:nvSpPr>
        <p:spPr/>
        <p:txBody>
          <a:bodyPr/>
          <a:lstStyle/>
          <a:p>
            <a:endParaRPr lang="en-IN"/>
          </a:p>
        </p:txBody>
      </p:sp>
      <p:sp>
        <p:nvSpPr>
          <p:cNvPr id="7" name="Slide Number Placeholder">
            <a:extLst>
              <a:ext uri="{FF2B5EF4-FFF2-40B4-BE49-F238E27FC236}">
                <a16:creationId xmlns:a16="http://schemas.microsoft.com/office/drawing/2014/main" id="{9AD82E40-8759-4AAC-B9F2-63E0F2C4CC7C}"/>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spTree>
    <p:extLst>
      <p:ext uri="{BB962C8B-B14F-4D97-AF65-F5344CB8AC3E}">
        <p14:creationId xmlns:p14="http://schemas.microsoft.com/office/powerpoint/2010/main" val="2854690367"/>
      </p:ext>
    </p:extLst>
  </p:cSld>
  <p:clrMapOvr>
    <a:masterClrMapping/>
  </p:clrMapOvr>
  <p:extLst>
    <p:ext uri="{DCECCB84-F9BA-43D5-87BE-67443E8EF086}">
      <p15:sldGuideLst xmlns:p15="http://schemas.microsoft.com/office/powerpoint/2012/main">
        <p15:guide id="1" pos="259">
          <p15:clr>
            <a:srgbClr val="65CEFF"/>
          </p15:clr>
        </p15:guide>
        <p15:guide id="2" pos="4794">
          <p15:clr>
            <a:srgbClr val="65CEFF"/>
          </p15:clr>
        </p15:guide>
        <p15:guide id="3" pos="5066">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One table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6" name="Table Placeholder">
            <a:extLst>
              <a:ext uri="{FF2B5EF4-FFF2-40B4-BE49-F238E27FC236}">
                <a16:creationId xmlns:a16="http://schemas.microsoft.com/office/drawing/2014/main" id="{D41D1FE0-EDDA-47B8-BF1F-831D4733C32A}"/>
              </a:ext>
            </a:extLst>
          </p:cNvPr>
          <p:cNvSpPr>
            <a:spLocks noGrp="1"/>
          </p:cNvSpPr>
          <p:nvPr>
            <p:ph type="tbl" sz="quarter" idx="12"/>
          </p:nvPr>
        </p:nvSpPr>
        <p:spPr>
          <a:xfrm>
            <a:off x="404812" y="1414461"/>
            <a:ext cx="11376026" cy="4392000"/>
          </a:xfrm>
        </p:spPr>
        <p:txBody>
          <a:bodyPr/>
          <a:lstStyle/>
          <a:p>
            <a:r>
              <a:rPr lang="en-US"/>
              <a:t>Click icon to add table</a:t>
            </a:r>
          </a:p>
        </p:txBody>
      </p:sp>
      <p:sp>
        <p:nvSpPr>
          <p:cNvPr id="3" name="Footer Placeholder">
            <a:extLst>
              <a:ext uri="{FF2B5EF4-FFF2-40B4-BE49-F238E27FC236}">
                <a16:creationId xmlns:a16="http://schemas.microsoft.com/office/drawing/2014/main" id="{9CEA2FAD-1597-4F5C-878D-02CB854024F3}"/>
              </a:ext>
            </a:extLst>
          </p:cNvPr>
          <p:cNvSpPr>
            <a:spLocks noGrp="1"/>
          </p:cNvSpPr>
          <p:nvPr>
            <p:ph type="ftr" sz="quarter" idx="13"/>
          </p:nvPr>
        </p:nvSpPr>
        <p:spPr/>
        <p:txBody>
          <a:bodyPr/>
          <a:lstStyle/>
          <a:p>
            <a:endParaRPr lang="en-IN"/>
          </a:p>
        </p:txBody>
      </p:sp>
      <p:sp>
        <p:nvSpPr>
          <p:cNvPr id="5" name="Slide Number Placeholder">
            <a:extLst>
              <a:ext uri="{FF2B5EF4-FFF2-40B4-BE49-F238E27FC236}">
                <a16:creationId xmlns:a16="http://schemas.microsoft.com/office/drawing/2014/main" id="{CE0A22CB-5E69-4817-B713-C02B97CF6B91}"/>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723980964"/>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One table (large), subtitle">
    <p:spTree>
      <p:nvGrpSpPr>
        <p:cNvPr id="1" name=""/>
        <p:cNvGrpSpPr/>
        <p:nvPr/>
      </p:nvGrpSpPr>
      <p:grpSpPr>
        <a:xfrm>
          <a:off x="0" y="0"/>
          <a:ext cx="0" cy="0"/>
          <a:chOff x="0" y="0"/>
          <a:chExt cx="0" cy="0"/>
        </a:xfrm>
      </p:grpSpPr>
      <p:sp>
        <p:nvSpPr>
          <p:cNvPr id="6" name="Table Placeholder">
            <a:extLst>
              <a:ext uri="{FF2B5EF4-FFF2-40B4-BE49-F238E27FC236}">
                <a16:creationId xmlns:a16="http://schemas.microsoft.com/office/drawing/2014/main" id="{D41D1FE0-EDDA-47B8-BF1F-831D4733C32A}"/>
              </a:ext>
            </a:extLst>
          </p:cNvPr>
          <p:cNvSpPr>
            <a:spLocks noGrp="1"/>
          </p:cNvSpPr>
          <p:nvPr>
            <p:ph type="tbl" sz="quarter" idx="12"/>
          </p:nvPr>
        </p:nvSpPr>
        <p:spPr>
          <a:xfrm>
            <a:off x="404812" y="1414461"/>
            <a:ext cx="11376026" cy="4392000"/>
          </a:xfrm>
        </p:spPr>
        <p:txBody>
          <a:bodyPr/>
          <a:lstStyle/>
          <a:p>
            <a:r>
              <a:rPr lang="en-US"/>
              <a:t>Click icon to add table</a:t>
            </a:r>
          </a:p>
        </p:txBody>
      </p:sp>
      <p:sp>
        <p:nvSpPr>
          <p:cNvPr id="3" name="Footer Placeholder">
            <a:extLst>
              <a:ext uri="{FF2B5EF4-FFF2-40B4-BE49-F238E27FC236}">
                <a16:creationId xmlns:a16="http://schemas.microsoft.com/office/drawing/2014/main" id="{9CEA2FAD-1597-4F5C-878D-02CB854024F3}"/>
              </a:ext>
            </a:extLst>
          </p:cNvPr>
          <p:cNvSpPr>
            <a:spLocks noGrp="1"/>
          </p:cNvSpPr>
          <p:nvPr>
            <p:ph type="ftr" sz="quarter" idx="13"/>
          </p:nvPr>
        </p:nvSpPr>
        <p:spPr/>
        <p:txBody>
          <a:bodyPr/>
          <a:lstStyle/>
          <a:p>
            <a:endParaRPr lang="en-IN"/>
          </a:p>
        </p:txBody>
      </p:sp>
      <p:sp>
        <p:nvSpPr>
          <p:cNvPr id="5" name="Slide Number Placeholder">
            <a:extLst>
              <a:ext uri="{FF2B5EF4-FFF2-40B4-BE49-F238E27FC236}">
                <a16:creationId xmlns:a16="http://schemas.microsoft.com/office/drawing/2014/main" id="{CE0A22CB-5E69-4817-B713-C02B97CF6B91}"/>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9" name="Siemens Logo">
            <a:extLst>
              <a:ext uri="{FF2B5EF4-FFF2-40B4-BE49-F238E27FC236}">
                <a16:creationId xmlns:a16="http://schemas.microsoft.com/office/drawing/2014/main" id="{2EA6CE5F-6FF7-4E0A-AEB2-1A7C43CE05C1}"/>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
        <p:nvSpPr>
          <p:cNvPr id="11" name="Title">
            <a:extLst>
              <a:ext uri="{FF2B5EF4-FFF2-40B4-BE49-F238E27FC236}">
                <a16:creationId xmlns:a16="http://schemas.microsoft.com/office/drawing/2014/main" id="{9C4633C1-8D3E-45A5-A522-817574663A85}"/>
              </a:ext>
            </a:extLst>
          </p:cNvPr>
          <p:cNvSpPr>
            <a:spLocks noGrp="1"/>
          </p:cNvSpPr>
          <p:nvPr>
            <p:ph type="title"/>
          </p:nvPr>
        </p:nvSpPr>
        <p:spPr>
          <a:xfrm>
            <a:off x="410400" y="478800"/>
            <a:ext cx="9863997" cy="307780"/>
          </a:xfrm>
        </p:spPr>
        <p:txBody>
          <a:bodyPr/>
          <a:lstStyle>
            <a:lvl1pPr>
              <a:defRPr>
                <a:solidFill>
                  <a:schemeClr val="accent1"/>
                </a:solidFill>
              </a:defRPr>
            </a:lvl1pPr>
          </a:lstStyle>
          <a:p>
            <a:r>
              <a:rPr lang="en-US"/>
              <a:t>Click to edit Master title style</a:t>
            </a:r>
          </a:p>
        </p:txBody>
      </p:sp>
      <p:sp>
        <p:nvSpPr>
          <p:cNvPr id="12" name="Content Placeholder 8"/>
          <p:cNvSpPr>
            <a:spLocks noGrp="1"/>
          </p:cNvSpPr>
          <p:nvPr>
            <p:ph sz="quarter" idx="15" hasCustomPrompt="1"/>
          </p:nvPr>
        </p:nvSpPr>
        <p:spPr>
          <a:xfrm>
            <a:off x="410400" y="727588"/>
            <a:ext cx="9863997" cy="412219"/>
          </a:xfrm>
        </p:spPr>
        <p:txBody>
          <a:bodyPr/>
          <a:lstStyle>
            <a:lvl1pPr marL="0" indent="0">
              <a:buNone/>
              <a:defRPr sz="2000" b="0">
                <a:solidFill>
                  <a:schemeClr val="accent1"/>
                </a:solidFill>
                <a:latin typeface="+mj-lt"/>
              </a:defRPr>
            </a:lvl1pPr>
          </a:lstStyle>
          <a:p>
            <a:pPr lvl="0"/>
            <a:r>
              <a:rPr lang="en-US"/>
              <a:t>Click to edit Master subtitle styles</a:t>
            </a:r>
          </a:p>
        </p:txBody>
      </p:sp>
    </p:spTree>
    <p:extLst>
      <p:ext uri="{BB962C8B-B14F-4D97-AF65-F5344CB8AC3E}">
        <p14:creationId xmlns:p14="http://schemas.microsoft.com/office/powerpoint/2010/main" val="606995237"/>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light">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760" cy="4104000"/>
          </a:xfrm>
        </p:spPr>
        <p:txBody>
          <a:bodyPr>
            <a:noAutofit/>
          </a:bodyPr>
          <a:lstStyle>
            <a:lvl1pPr marL="0">
              <a:lnSpc>
                <a:spcPct val="110000"/>
              </a:lnSpc>
              <a:spcAft>
                <a:spcPts val="0"/>
              </a:spcAft>
              <a:defRPr sz="4800" b="0">
                <a:solidFill>
                  <a:schemeClr val="tx2"/>
                </a:solidFill>
              </a:defRPr>
            </a:lvl1pPr>
            <a:lvl2pPr marL="36000" indent="0">
              <a:lnSpc>
                <a:spcPct val="110000"/>
              </a:lnSpc>
              <a:spcBef>
                <a:spcPts val="600"/>
              </a:spcBef>
              <a:spcAft>
                <a:spcPts val="0"/>
              </a:spcAft>
              <a:buNone/>
              <a:defRPr sz="1800">
                <a:solidFill>
                  <a:schemeClr val="tx1"/>
                </a:solidFill>
              </a:defRPr>
            </a:lvl2pPr>
            <a:lvl3pPr marL="36000" indent="0">
              <a:lnSpc>
                <a:spcPct val="110000"/>
              </a:lnSpc>
              <a:spcBef>
                <a:spcPts val="600"/>
              </a:spcBef>
              <a:spcAft>
                <a:spcPts val="0"/>
              </a:spcAft>
              <a:buNone/>
              <a:defRPr sz="1800">
                <a:solidFill>
                  <a:schemeClr val="accent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2" name="Quote marks">
            <a:extLst>
              <a:ext uri="{FF2B5EF4-FFF2-40B4-BE49-F238E27FC236}">
                <a16:creationId xmlns:a16="http://schemas.microsoft.com/office/drawing/2014/main" id="{58EF2AB0-A78A-44C9-9A7D-F20D9ED854E0}"/>
              </a:ext>
            </a:extLst>
          </p:cNvPr>
          <p:cNvSpPr/>
          <p:nvPr/>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a:p>
        </p:txBody>
      </p:sp>
      <p:sp>
        <p:nvSpPr>
          <p:cNvPr id="2" name="Footer Placeholder">
            <a:extLst>
              <a:ext uri="{FF2B5EF4-FFF2-40B4-BE49-F238E27FC236}">
                <a16:creationId xmlns:a16="http://schemas.microsoft.com/office/drawing/2014/main" id="{6AEDD147-ACC0-4A9C-9043-90612765C0FA}"/>
              </a:ext>
            </a:extLst>
          </p:cNvPr>
          <p:cNvSpPr>
            <a:spLocks noGrp="1"/>
          </p:cNvSpPr>
          <p:nvPr>
            <p:ph type="ftr" sz="quarter" idx="13"/>
          </p:nvPr>
        </p:nvSpPr>
        <p:spPr/>
        <p:txBody>
          <a:bodyPr/>
          <a:lstStyle/>
          <a:p>
            <a:endParaRPr lang="en-IN"/>
          </a:p>
        </p:txBody>
      </p:sp>
      <p:sp>
        <p:nvSpPr>
          <p:cNvPr id="3" name="Slide Number Placeholder">
            <a:extLst>
              <a:ext uri="{FF2B5EF4-FFF2-40B4-BE49-F238E27FC236}">
                <a16:creationId xmlns:a16="http://schemas.microsoft.com/office/drawing/2014/main" id="{4131F54F-C70B-4435-91E6-F995F83E6C69}"/>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4" name="Siemens Logo">
            <a:extLst>
              <a:ext uri="{FF2B5EF4-FFF2-40B4-BE49-F238E27FC236}">
                <a16:creationId xmlns:a16="http://schemas.microsoft.com/office/drawing/2014/main" id="{F8D833B7-9866-4D2D-AEB7-012D6DDE2A3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130296101"/>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2206">
          <p15:clr>
            <a:srgbClr val="65CEFF"/>
          </p15:clr>
        </p15:guide>
        <p15:guide id="7" orient="horz" pos="2343">
          <p15:clr>
            <a:srgbClr val="65CEFF"/>
          </p15:clr>
        </p15:guide>
        <p15:guide id="8" orient="horz" pos="3658">
          <p15:clr>
            <a:srgbClr val="65CEFF"/>
          </p15:clr>
        </p15:guide>
        <p15:guide id="9" orient="horz" pos="3885">
          <p15:clr>
            <a:srgbClr val="65CEFF"/>
          </p15:clr>
        </p15:guide>
        <p15:guide id="10"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dark">
    <p:bg>
      <p:bgPr>
        <a:solidFill>
          <a:schemeClr val="bg2"/>
        </a:solidFill>
        <a:effectLst/>
      </p:bgPr>
    </p:bg>
    <p:spTree>
      <p:nvGrpSpPr>
        <p:cNvPr id="1" name=""/>
        <p:cNvGrpSpPr/>
        <p:nvPr/>
      </p:nvGrpSpPr>
      <p:grpSpPr>
        <a:xfrm>
          <a:off x="0" y="0"/>
          <a:ext cx="0" cy="0"/>
          <a:chOff x="0" y="0"/>
          <a:chExt cx="0" cy="0"/>
        </a:xfrm>
      </p:grpSpPr>
      <p:sp>
        <p:nvSpPr>
          <p:cNvPr id="7" name="Copy">
            <a:extLst>
              <a:ext uri="{FF2B5EF4-FFF2-40B4-BE49-F238E27FC236}">
                <a16:creationId xmlns:a16="http://schemas.microsoft.com/office/drawing/2014/main" id="{9E21D6DF-C9DB-4F02-863A-C5513347A27E}"/>
              </a:ext>
            </a:extLst>
          </p:cNvPr>
          <p:cNvSpPr>
            <a:spLocks noGrp="1"/>
          </p:cNvSpPr>
          <p:nvPr>
            <p:ph type="body" sz="quarter" idx="12" hasCustomPrompt="1"/>
          </p:nvPr>
        </p:nvSpPr>
        <p:spPr>
          <a:xfrm>
            <a:off x="1022400" y="1702799"/>
            <a:ext cx="9252000" cy="4104000"/>
          </a:xfrm>
        </p:spPr>
        <p:txBody>
          <a:bodyPr>
            <a:noAutofit/>
          </a:bodyPr>
          <a:lstStyle>
            <a:lvl1pPr marL="0">
              <a:lnSpc>
                <a:spcPct val="110000"/>
              </a:lnSpc>
              <a:spcAft>
                <a:spcPts val="0"/>
              </a:spcAft>
              <a:defRPr sz="4800" b="0">
                <a:solidFill>
                  <a:schemeClr val="tx1"/>
                </a:solidFill>
              </a:defRPr>
            </a:lvl1pPr>
            <a:lvl2pPr marL="36000" indent="0">
              <a:lnSpc>
                <a:spcPct val="110000"/>
              </a:lnSpc>
              <a:spcBef>
                <a:spcPts val="600"/>
              </a:spcBef>
              <a:spcAft>
                <a:spcPts val="0"/>
              </a:spcAft>
              <a:buNone/>
              <a:defRPr sz="1800"/>
            </a:lvl2pPr>
            <a:lvl3pPr marL="36000" indent="0">
              <a:lnSpc>
                <a:spcPct val="110000"/>
              </a:lnSpc>
              <a:spcBef>
                <a:spcPts val="600"/>
              </a:spcBef>
              <a:spcAft>
                <a:spcPts val="0"/>
              </a:spcAft>
              <a:buNone/>
              <a:defRPr sz="1800">
                <a:solidFill>
                  <a:schemeClr val="tx1"/>
                </a:solidFill>
              </a:defRPr>
            </a:lvl3pPr>
            <a:lvl4pPr marL="0" indent="0">
              <a:lnSpc>
                <a:spcPct val="110000"/>
              </a:lnSpc>
              <a:spcAft>
                <a:spcPts val="0"/>
              </a:spcAft>
              <a:buNone/>
              <a:defRPr sz="4800"/>
            </a:lvl4pPr>
            <a:lvl5pPr marL="0" indent="0">
              <a:lnSpc>
                <a:spcPct val="110000"/>
              </a:lnSpc>
              <a:spcAft>
                <a:spcPts val="0"/>
              </a:spcAft>
              <a:buNone/>
              <a:defRPr sz="4800"/>
            </a:lvl5pPr>
          </a:lstStyle>
          <a:p>
            <a:pPr lvl="0"/>
            <a:r>
              <a:rPr lang="en-US"/>
              <a:t>Please insert quote here</a:t>
            </a:r>
          </a:p>
          <a:p>
            <a:pPr lvl="1"/>
            <a:r>
              <a:rPr lang="en-US"/>
              <a:t>Name, Author</a:t>
            </a:r>
          </a:p>
        </p:txBody>
      </p:sp>
      <p:sp>
        <p:nvSpPr>
          <p:cNvPr id="11" name="Quote marks">
            <a:extLst>
              <a:ext uri="{FF2B5EF4-FFF2-40B4-BE49-F238E27FC236}">
                <a16:creationId xmlns:a16="http://schemas.microsoft.com/office/drawing/2014/main" id="{916E4245-F21C-4EAB-8B26-FEA21C26067F}"/>
              </a:ext>
            </a:extLst>
          </p:cNvPr>
          <p:cNvSpPr/>
          <p:nvPr/>
        </p:nvSpPr>
        <p:spPr>
          <a:xfrm>
            <a:off x="1058400" y="766763"/>
            <a:ext cx="907891" cy="647700"/>
          </a:xfrm>
          <a:custGeom>
            <a:avLst/>
            <a:gdLst>
              <a:gd name="connsiteX0" fmla="*/ 0 w 2619164"/>
              <a:gd name="connsiteY0" fmla="*/ 1868543 h 1868542"/>
              <a:gd name="connsiteX1" fmla="*/ 742610 w 2619164"/>
              <a:gd name="connsiteY1" fmla="*/ 0 h 1868542"/>
              <a:gd name="connsiteX2" fmla="*/ 1318210 w 2619164"/>
              <a:gd name="connsiteY2" fmla="*/ 0 h 1868542"/>
              <a:gd name="connsiteX3" fmla="*/ 742610 w 2619164"/>
              <a:gd name="connsiteY3" fmla="*/ 1868543 h 1868542"/>
              <a:gd name="connsiteX4" fmla="*/ 0 w 2619164"/>
              <a:gd name="connsiteY4" fmla="*/ 1868543 h 1868542"/>
              <a:gd name="connsiteX5" fmla="*/ 1300954 w 2619164"/>
              <a:gd name="connsiteY5" fmla="*/ 1868543 h 1868542"/>
              <a:gd name="connsiteX6" fmla="*/ 2043564 w 2619164"/>
              <a:gd name="connsiteY6" fmla="*/ 0 h 1868542"/>
              <a:gd name="connsiteX7" fmla="*/ 2619164 w 2619164"/>
              <a:gd name="connsiteY7" fmla="*/ 0 h 1868542"/>
              <a:gd name="connsiteX8" fmla="*/ 2043564 w 2619164"/>
              <a:gd name="connsiteY8" fmla="*/ 1868543 h 1868542"/>
              <a:gd name="connsiteX9" fmla="*/ 1300954 w 2619164"/>
              <a:gd name="connsiteY9" fmla="*/ 1868543 h 1868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9164" h="1868542">
                <a:moveTo>
                  <a:pt x="0" y="1868543"/>
                </a:moveTo>
                <a:lnTo>
                  <a:pt x="742610" y="0"/>
                </a:lnTo>
                <a:lnTo>
                  <a:pt x="1318210" y="0"/>
                </a:lnTo>
                <a:lnTo>
                  <a:pt x="742610" y="1868543"/>
                </a:lnTo>
                <a:lnTo>
                  <a:pt x="0" y="1868543"/>
                </a:lnTo>
                <a:close/>
                <a:moveTo>
                  <a:pt x="1300954" y="1868543"/>
                </a:moveTo>
                <a:lnTo>
                  <a:pt x="2043564" y="0"/>
                </a:lnTo>
                <a:lnTo>
                  <a:pt x="2619164" y="0"/>
                </a:lnTo>
                <a:lnTo>
                  <a:pt x="2043564" y="1868543"/>
                </a:lnTo>
                <a:lnTo>
                  <a:pt x="1300954" y="1868543"/>
                </a:lnTo>
                <a:close/>
              </a:path>
            </a:pathLst>
          </a:custGeom>
          <a:gradFill>
            <a:gsLst>
              <a:gs pos="0">
                <a:srgbClr val="00FFB9"/>
              </a:gs>
              <a:gs pos="100000">
                <a:srgbClr val="00E6DC"/>
              </a:gs>
            </a:gsLst>
            <a:lin ang="5400000" scaled="1"/>
          </a:gradFill>
          <a:ln w="61580" cap="flat">
            <a:noFill/>
            <a:prstDash val="solid"/>
            <a:miter/>
          </a:ln>
        </p:spPr>
        <p:txBody>
          <a:bodyPr rtlCol="0" anchor="ctr"/>
          <a:lstStyle/>
          <a:p>
            <a:endParaRPr lang="en-US"/>
          </a:p>
        </p:txBody>
      </p:sp>
      <p:sp>
        <p:nvSpPr>
          <p:cNvPr id="2" name="Footer Placeholder">
            <a:extLst>
              <a:ext uri="{FF2B5EF4-FFF2-40B4-BE49-F238E27FC236}">
                <a16:creationId xmlns:a16="http://schemas.microsoft.com/office/drawing/2014/main" id="{EC4F35EF-AC94-4800-9CB7-CA49CAFDD249}"/>
              </a:ext>
            </a:extLst>
          </p:cNvPr>
          <p:cNvSpPr>
            <a:spLocks noGrp="1"/>
          </p:cNvSpPr>
          <p:nvPr>
            <p:ph type="ftr" sz="quarter" idx="13"/>
          </p:nvPr>
        </p:nvSpPr>
        <p:spPr/>
        <p:txBody>
          <a:bodyPr/>
          <a:lstStyle/>
          <a:p>
            <a:endParaRPr lang="en-IN"/>
          </a:p>
        </p:txBody>
      </p:sp>
      <p:sp>
        <p:nvSpPr>
          <p:cNvPr id="3" name="Slide Number Placeholder">
            <a:extLst>
              <a:ext uri="{FF2B5EF4-FFF2-40B4-BE49-F238E27FC236}">
                <a16:creationId xmlns:a16="http://schemas.microsoft.com/office/drawing/2014/main" id="{CCC7FBE7-01B9-4EC8-8BE1-F416F7C5B7AA}"/>
              </a:ext>
            </a:extLst>
          </p:cNvPr>
          <p:cNvSpPr>
            <a:spLocks noGrp="1"/>
          </p:cNvSpPr>
          <p:nvPr>
            <p:ph type="sldNum" sz="quarter" idx="14"/>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8" name="Siemens Logo">
            <a:extLst>
              <a:ext uri="{FF2B5EF4-FFF2-40B4-BE49-F238E27FC236}">
                <a16:creationId xmlns:a16="http://schemas.microsoft.com/office/drawing/2014/main" id="{AF2E271F-5AF7-408E-9752-03D1D6448EA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2880927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91">
          <p15:clr>
            <a:srgbClr val="65CEFF"/>
          </p15:clr>
        </p15:guide>
        <p15:guide id="5" orient="horz" pos="1073">
          <p15:clr>
            <a:srgbClr val="65CEFF"/>
          </p15:clr>
        </p15:guide>
        <p15:guide id="6" orient="horz" pos="3658">
          <p15:clr>
            <a:srgbClr val="65CEFF"/>
          </p15:clr>
        </p15:guide>
        <p15:guide id="7" orient="horz" pos="3885">
          <p15:clr>
            <a:srgbClr val="65CEFF"/>
          </p15:clr>
        </p15:guide>
        <p15:guide id="8" orient="horz" pos="4157">
          <p15:clr>
            <a:srgbClr val="65CEF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a:extLst>
                <a:ext uri="{96DAC541-7B7A-43D3-8B79-37D633B846F1}">
                  <asvg:svgBlip xmlns:asvg="http://schemas.microsoft.com/office/drawing/2016/SVG/main" r:embed="rId2"/>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en-US"/>
              <a:t>Contact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en-US"/>
              <a:t>Click to edit the contact</a:t>
            </a:r>
          </a:p>
          <a:p>
            <a:pPr lvl="1"/>
            <a:r>
              <a:rPr lang="en-US"/>
              <a:t>Name etc.</a:t>
            </a:r>
          </a:p>
          <a:p>
            <a:pPr lvl="2"/>
            <a:r>
              <a:rPr lang="en-US"/>
              <a:t>Department etc.</a:t>
            </a:r>
          </a:p>
          <a:p>
            <a:pPr lvl="3"/>
            <a:r>
              <a:rPr lang="en-US"/>
              <a:t>subchapter</a:t>
            </a:r>
          </a:p>
          <a:p>
            <a:pPr lvl="4"/>
            <a:r>
              <a:rPr lang="en-US"/>
              <a:t>active subchapter</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endParaRPr lang="en-IN"/>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33606556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Title Deep Blue 60pt">
    <p:bg>
      <p:bgRef idx="1001">
        <a:schemeClr val="bg2"/>
      </p:bgRef>
    </p:bg>
    <p:spTree>
      <p:nvGrpSpPr>
        <p:cNvPr id="1" name=""/>
        <p:cNvGrpSpPr/>
        <p:nvPr/>
      </p:nvGrpSpPr>
      <p:grpSpPr>
        <a:xfrm>
          <a:off x="0" y="0"/>
          <a:ext cx="0" cy="0"/>
          <a:chOff x="0" y="0"/>
          <a:chExt cx="0" cy="0"/>
        </a:xfrm>
      </p:grpSpPr>
      <p:pic>
        <p:nvPicPr>
          <p:cNvPr id="7" name="Cognisphere" descr="A close up of a light&#10;&#10;Description automatically generated">
            <a:extLst>
              <a:ext uri="{FF2B5EF4-FFF2-40B4-BE49-F238E27FC236}">
                <a16:creationId xmlns:a16="http://schemas.microsoft.com/office/drawing/2014/main" id="{F50DEF7C-D243-494F-A738-41FC9AF515A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en-US"/>
              <a:t>Click to edit </a:t>
            </a:r>
            <a:br>
              <a:rPr lang="en-US"/>
            </a:br>
            <a:r>
              <a:rPr lang="en-US"/>
              <a:t>Master title style</a:t>
            </a:r>
            <a:br>
              <a:rPr lang="en-US"/>
            </a:br>
            <a:r>
              <a:rPr lang="en-US"/>
              <a:t>M3 lines 60 </a:t>
            </a:r>
            <a:r>
              <a:rPr lang="en-US" err="1"/>
              <a:t>pt</a:t>
            </a:r>
            <a:endParaRPr lang="en-US"/>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3"/>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a:t>Subhead for headline size 60 </a:t>
            </a:r>
            <a:r>
              <a:rPr lang="en-US" err="1"/>
              <a:t>pt</a:t>
            </a:r>
            <a:endParaRPr lang="en-US"/>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163" y="6310800"/>
            <a:ext cx="9288000" cy="547200"/>
          </a:xfrm>
        </p:spPr>
        <p:txBody>
          <a:bodyPr/>
          <a:lstStyle/>
          <a:p>
            <a:endParaRPr lang="en-IN"/>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245768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410399" y="1289304"/>
            <a:ext cx="11250155" cy="5035296"/>
          </a:xfrm>
        </p:spPr>
        <p:txBody>
          <a:bodyPr/>
          <a:lstStyle>
            <a:lvl1pPr marL="347472" indent="-347472">
              <a:spcBef>
                <a:spcPts val="850"/>
              </a:spcBef>
              <a:buClr>
                <a:srgbClr val="3769AC"/>
              </a:buClr>
              <a:defRPr/>
            </a:lvl1pPr>
            <a:lvl4pPr>
              <a:defRPr/>
            </a:lvl4pPr>
            <a:lvl5pPr marL="1597025" indent="-153988">
              <a:buFont typeface="Tahoma" pitchFamily="34" charset="0"/>
              <a:buChar char="•"/>
              <a:defRPr sz="16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p>
            <a:endParaRPr lang="en-IN"/>
          </a:p>
        </p:txBody>
      </p:sp>
      <p:sp>
        <p:nvSpPr>
          <p:cNvPr id="7" name="Slide Number Placeholder 6"/>
          <p:cNvSpPr>
            <a:spLocks noGrp="1"/>
          </p:cNvSpPr>
          <p:nvPr>
            <p:ph type="sldNum" sz="quarter" idx="11"/>
          </p:nvPr>
        </p:nvSpPr>
        <p:spPr>
          <a:xfrm>
            <a:off x="411162" y="6310800"/>
            <a:ext cx="648000" cy="547200"/>
          </a:xfrm>
          <a:prstGeom prst="rect">
            <a:avLst/>
          </a:prstGeom>
        </p:spPr>
        <p:txBody>
          <a:bodyPr/>
          <a:lstStyle/>
          <a:p>
            <a:fld id="{7E051015-DA02-446A-AFC8-CFDC06C874D7}" type="slidenum">
              <a:rPr lang="en-IN" smtClean="0"/>
              <a:t>‹#›</a:t>
            </a:fld>
            <a:endParaRPr lang="en-IN"/>
          </a:p>
        </p:txBody>
      </p:sp>
      <p:pic>
        <p:nvPicPr>
          <p:cNvPr id="3" name="Siemens Logo">
            <a:extLst>
              <a:ext uri="{FF2B5EF4-FFF2-40B4-BE49-F238E27FC236}">
                <a16:creationId xmlns:a16="http://schemas.microsoft.com/office/drawing/2014/main" id="{F3F3B929-68D4-FFC7-C482-2F9C9C137D16}"/>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67636364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b" anchorCtr="0">
            <a:noAutofit/>
          </a:bodyPr>
          <a:lstStyle/>
          <a:p>
            <a:r>
              <a:rPr lang="en-US"/>
              <a:t>Click to edit Master title style</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endParaRPr lang="en-IN"/>
          </a:p>
        </p:txBody>
      </p:sp>
      <p:sp>
        <p:nvSpPr>
          <p:cNvPr id="11" name="Slide Number Placeholder 10">
            <a:extLst>
              <a:ext uri="{FF2B5EF4-FFF2-40B4-BE49-F238E27FC236}">
                <a16:creationId xmlns:a16="http://schemas.microsoft.com/office/drawing/2014/main" id="{D2C1B1AC-0F07-320B-EB2D-B1E33156EE0C}"/>
              </a:ext>
            </a:extLst>
          </p:cNvPr>
          <p:cNvSpPr>
            <a:spLocks noGrp="1"/>
          </p:cNvSpPr>
          <p:nvPr>
            <p:ph type="sldNum" sz="quarter" idx="4"/>
          </p:nvPr>
        </p:nvSpPr>
        <p:spPr>
          <a:xfrm>
            <a:off x="410399" y="6310800"/>
            <a:ext cx="648761" cy="547200"/>
          </a:xfrm>
          <a:prstGeom prst="rect">
            <a:avLst/>
          </a:prstGeom>
        </p:spPr>
        <p:txBody>
          <a:bodyPr vert="horz" lIns="91440" tIns="45720" rIns="91440" bIns="45720" rtlCol="0" anchor="ctr"/>
          <a:lstStyle>
            <a:lvl1pPr algn="r">
              <a:defRPr sz="1200">
                <a:solidFill>
                  <a:schemeClr val="tx1">
                    <a:tint val="82000"/>
                  </a:schemeClr>
                </a:solidFill>
              </a:defRPr>
            </a:lvl1pPr>
          </a:lstStyle>
          <a:p>
            <a:fld id="{7E051015-DA02-446A-AFC8-CFDC06C874D7}" type="slidenum">
              <a:rPr lang="en-IN" smtClean="0"/>
              <a:t>‹#›</a:t>
            </a:fld>
            <a:endParaRPr lang="en-IN"/>
          </a:p>
        </p:txBody>
      </p:sp>
    </p:spTree>
    <p:extLst>
      <p:ext uri="{BB962C8B-B14F-4D97-AF65-F5344CB8AC3E}">
        <p14:creationId xmlns:p14="http://schemas.microsoft.com/office/powerpoint/2010/main" val="3575542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b="1"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9DF010D-B282-891B-C624-0BA4AF83485D}"/>
              </a:ext>
            </a:extLst>
          </p:cNvPr>
          <p:cNvSpPr>
            <a:spLocks noGrp="1"/>
          </p:cNvSpPr>
          <p:nvPr>
            <p:ph type="title"/>
          </p:nvPr>
        </p:nvSpPr>
        <p:spPr>
          <a:xfrm>
            <a:off x="407606" y="966787"/>
            <a:ext cx="11376788" cy="2462213"/>
          </a:xfrm>
        </p:spPr>
        <p:txBody>
          <a:bodyPr/>
          <a:lstStyle/>
          <a:p>
            <a:r>
              <a:rPr lang="en-US" dirty="0"/>
              <a:t>System Verilog</a:t>
            </a:r>
            <a:br>
              <a:rPr lang="en-US" dirty="0"/>
            </a:br>
            <a:r>
              <a:rPr lang="en-US" dirty="0"/>
              <a:t>Lab 05</a:t>
            </a:r>
          </a:p>
        </p:txBody>
      </p:sp>
      <p:sp>
        <p:nvSpPr>
          <p:cNvPr id="10" name="Subtitle 2">
            <a:extLst>
              <a:ext uri="{FF2B5EF4-FFF2-40B4-BE49-F238E27FC236}">
                <a16:creationId xmlns:a16="http://schemas.microsoft.com/office/drawing/2014/main" id="{A4B796C9-E84B-E0B9-81D3-D0F90F9C1486}"/>
              </a:ext>
            </a:extLst>
          </p:cNvPr>
          <p:cNvSpPr>
            <a:spLocks noGrp="1"/>
          </p:cNvSpPr>
          <p:nvPr>
            <p:ph type="subTitle" idx="1"/>
          </p:nvPr>
        </p:nvSpPr>
        <p:spPr>
          <a:xfrm>
            <a:off x="407606" y="4074567"/>
            <a:ext cx="9288000" cy="1608150"/>
          </a:xfrm>
        </p:spPr>
        <p:txBody>
          <a:bodyPr/>
          <a:lstStyle/>
          <a:p>
            <a:r>
              <a:rPr lang="en-US" sz="2800">
                <a:latin typeface="+mj-lt"/>
              </a:rPr>
              <a:t>Asif Ansari</a:t>
            </a:r>
          </a:p>
        </p:txBody>
      </p:sp>
    </p:spTree>
    <p:extLst>
      <p:ext uri="{BB962C8B-B14F-4D97-AF65-F5344CB8AC3E}">
        <p14:creationId xmlns:p14="http://schemas.microsoft.com/office/powerpoint/2010/main" val="3348493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97DB0-B6FA-50F8-7706-D281F5242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6F31B-1312-552E-9CCA-5834734BF3E8}"/>
              </a:ext>
            </a:extLst>
          </p:cNvPr>
          <p:cNvSpPr>
            <a:spLocks noGrp="1"/>
          </p:cNvSpPr>
          <p:nvPr>
            <p:ph type="title"/>
          </p:nvPr>
        </p:nvSpPr>
        <p:spPr>
          <a:xfrm>
            <a:off x="594729" y="184531"/>
            <a:ext cx="10515600" cy="524770"/>
          </a:xfrm>
        </p:spPr>
        <p:txBody>
          <a:bodyPr>
            <a:normAutofit/>
          </a:bodyPr>
          <a:lstStyle/>
          <a:p>
            <a:r>
              <a:rPr lang="en-IN" sz="3400" dirty="0"/>
              <a:t>LAB12: The Cache Controller</a:t>
            </a:r>
          </a:p>
        </p:txBody>
      </p:sp>
      <p:sp>
        <p:nvSpPr>
          <p:cNvPr id="4" name="Content Placeholder 3">
            <a:extLst>
              <a:ext uri="{FF2B5EF4-FFF2-40B4-BE49-F238E27FC236}">
                <a16:creationId xmlns:a16="http://schemas.microsoft.com/office/drawing/2014/main" id="{B3AE45FF-F7CB-EFE6-D420-3DCB4DE40630}"/>
              </a:ext>
            </a:extLst>
          </p:cNvPr>
          <p:cNvSpPr>
            <a:spLocks noGrp="1"/>
          </p:cNvSpPr>
          <p:nvPr>
            <p:ph idx="1"/>
          </p:nvPr>
        </p:nvSpPr>
        <p:spPr>
          <a:xfrm>
            <a:off x="594730" y="873354"/>
            <a:ext cx="10816982" cy="5386440"/>
          </a:xfrm>
        </p:spPr>
        <p:txBody>
          <a:bodyPr>
            <a:noAutofit/>
          </a:bodyPr>
          <a:lstStyle/>
          <a:p>
            <a:pPr marL="0" indent="0"/>
            <a:r>
              <a:rPr lang="en-IN" sz="1400" dirty="0">
                <a:latin typeface="Calibri" panose="020F0502020204030204" pitchFamily="34" charset="0"/>
                <a:ea typeface="Calibri" panose="020F0502020204030204" pitchFamily="34" charset="0"/>
                <a:cs typeface="Calibri" panose="020F0502020204030204" pitchFamily="34" charset="0"/>
              </a:rPr>
              <a:t>Difficulty</a:t>
            </a:r>
            <a:r>
              <a:rPr lang="en-IN" sz="1400" b="0" dirty="0">
                <a:latin typeface="Calibri" panose="020F0502020204030204" pitchFamily="34" charset="0"/>
                <a:ea typeface="Calibri" panose="020F0502020204030204" pitchFamily="34" charset="0"/>
                <a:cs typeface="Calibri" panose="020F0502020204030204" pitchFamily="34" charset="0"/>
              </a:rPr>
              <a:t>: Easy</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dirty="0">
                <a:latin typeface="Calibri" panose="020F0502020204030204" pitchFamily="34" charset="0"/>
                <a:ea typeface="Calibri" panose="020F0502020204030204" pitchFamily="34" charset="0"/>
                <a:cs typeface="Calibri" panose="020F0502020204030204" pitchFamily="34" charset="0"/>
              </a:rPr>
              <a:t>Concepts: </a:t>
            </a:r>
            <a:r>
              <a:rPr lang="en-IN" sz="1400" b="0" dirty="0">
                <a:latin typeface="Calibri" panose="020F0502020204030204" pitchFamily="34" charset="0"/>
                <a:ea typeface="Calibri" panose="020F0502020204030204" pitchFamily="34" charset="0"/>
                <a:cs typeface="Calibri" panose="020F0502020204030204" pitchFamily="34" charset="0"/>
              </a:rPr>
              <a:t>Virtual Methods, Compile vs Runtime Binding, Polymorphism, Safe </a:t>
            </a:r>
            <a:r>
              <a:rPr lang="en-IN" sz="1400" b="0" dirty="0" err="1">
                <a:latin typeface="Calibri" panose="020F0502020204030204" pitchFamily="34" charset="0"/>
                <a:ea typeface="Calibri" panose="020F0502020204030204" pitchFamily="34" charset="0"/>
                <a:cs typeface="Calibri" panose="020F0502020204030204" pitchFamily="34" charset="0"/>
              </a:rPr>
              <a:t>Downcasting</a:t>
            </a:r>
            <a:endParaRPr lang="en-IN" sz="1400" b="0" dirty="0">
              <a:latin typeface="Calibri" panose="020F0502020204030204" pitchFamily="34" charset="0"/>
              <a:ea typeface="Calibri" panose="020F0502020204030204" pitchFamily="34" charset="0"/>
              <a:cs typeface="Calibri" panose="020F0502020204030204" pitchFamily="34" charset="0"/>
            </a:endParaRP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Every instruction the CPU executes touches memory. A register load, a stack push, a pointer chase — each one becomes a read or a write on the memory bus. Main memory is large and slow. If the CPU waited for DRAM on every access, it would spend most of its time stalled, doing nothing.</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So the SoC places a </a:t>
            </a:r>
            <a:r>
              <a:rPr lang="en-IN" sz="1400" i="1" dirty="0">
                <a:latin typeface="Calibri" panose="020F0502020204030204" pitchFamily="34" charset="0"/>
                <a:ea typeface="Calibri" panose="020F0502020204030204" pitchFamily="34" charset="0"/>
                <a:cs typeface="Calibri" panose="020F0502020204030204" pitchFamily="34" charset="0"/>
              </a:rPr>
              <a:t>cache</a:t>
            </a:r>
            <a:r>
              <a:rPr lang="en-IN" sz="1400" b="0" i="1" dirty="0">
                <a:latin typeface="Calibri" panose="020F0502020204030204" pitchFamily="34" charset="0"/>
                <a:ea typeface="Calibri" panose="020F0502020204030204" pitchFamily="34" charset="0"/>
                <a:cs typeface="Calibri" panose="020F0502020204030204" pitchFamily="34" charset="0"/>
              </a:rPr>
              <a:t> between the CPU and main memory: a small, fast SRAM that holds copies of recently accessed data. When the CPU reads an address, the cache checks whether it already has that data. If it does — a </a:t>
            </a:r>
            <a:r>
              <a:rPr lang="en-IN" sz="1400" i="1" dirty="0">
                <a:latin typeface="Calibri" panose="020F0502020204030204" pitchFamily="34" charset="0"/>
                <a:ea typeface="Calibri" panose="020F0502020204030204" pitchFamily="34" charset="0"/>
                <a:cs typeface="Calibri" panose="020F0502020204030204" pitchFamily="34" charset="0"/>
              </a:rPr>
              <a:t>hit</a:t>
            </a:r>
            <a:r>
              <a:rPr lang="en-IN" sz="1400" b="0" i="1" dirty="0">
                <a:latin typeface="Calibri" panose="020F0502020204030204" pitchFamily="34" charset="0"/>
                <a:ea typeface="Calibri" panose="020F0502020204030204" pitchFamily="34" charset="0"/>
                <a:cs typeface="Calibri" panose="020F0502020204030204" pitchFamily="34" charset="0"/>
              </a:rPr>
              <a:t> — the data comes back in one cycle. If it does not — a </a:t>
            </a:r>
            <a:r>
              <a:rPr lang="en-IN" sz="1400" i="1" dirty="0">
                <a:latin typeface="Calibri" panose="020F0502020204030204" pitchFamily="34" charset="0"/>
                <a:ea typeface="Calibri" panose="020F0502020204030204" pitchFamily="34" charset="0"/>
                <a:cs typeface="Calibri" panose="020F0502020204030204" pitchFamily="34" charset="0"/>
              </a:rPr>
              <a:t>miss</a:t>
            </a:r>
            <a:r>
              <a:rPr lang="en-IN" sz="1400" b="0" i="1" dirty="0">
                <a:latin typeface="Calibri" panose="020F0502020204030204" pitchFamily="34" charset="0"/>
                <a:ea typeface="Calibri" panose="020F0502020204030204" pitchFamily="34" charset="0"/>
                <a:cs typeface="Calibri" panose="020F0502020204030204" pitchFamily="34" charset="0"/>
              </a:rPr>
              <a:t> — the cache fetches an entire </a:t>
            </a:r>
            <a:r>
              <a:rPr lang="en-IN" sz="1400" i="1" dirty="0">
                <a:latin typeface="Calibri" panose="020F0502020204030204" pitchFamily="34" charset="0"/>
                <a:ea typeface="Calibri" panose="020F0502020204030204" pitchFamily="34" charset="0"/>
                <a:cs typeface="Calibri" panose="020F0502020204030204" pitchFamily="34" charset="0"/>
              </a:rPr>
              <a:t>line</a:t>
            </a:r>
            <a:r>
              <a:rPr lang="en-IN" sz="1400" b="0" i="1" dirty="0">
                <a:latin typeface="Calibri" panose="020F0502020204030204" pitchFamily="34" charset="0"/>
                <a:ea typeface="Calibri" panose="020F0502020204030204" pitchFamily="34" charset="0"/>
                <a:cs typeface="Calibri" panose="020F0502020204030204" pitchFamily="34" charset="0"/>
              </a:rPr>
              <a:t> (64 bytes) from main memory, installs it, and then returns the data. The next access to any byte in that line will be a hit.</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cache is </a:t>
            </a:r>
            <a:r>
              <a:rPr lang="en-IN" sz="1400" i="1" dirty="0">
                <a:latin typeface="Calibri" panose="020F0502020204030204" pitchFamily="34" charset="0"/>
                <a:ea typeface="Calibri" panose="020F0502020204030204" pitchFamily="34" charset="0"/>
                <a:cs typeface="Calibri" panose="020F0502020204030204" pitchFamily="34" charset="0"/>
              </a:rPr>
              <a:t>direct-mapped</a:t>
            </a:r>
            <a:r>
              <a:rPr lang="en-IN" sz="1400" b="0" i="1" dirty="0">
                <a:latin typeface="Calibri" panose="020F0502020204030204" pitchFamily="34" charset="0"/>
                <a:ea typeface="Calibri" panose="020F0502020204030204" pitchFamily="34" charset="0"/>
                <a:cs typeface="Calibri" panose="020F0502020204030204" pitchFamily="34" charset="0"/>
              </a:rPr>
              <a:t>: each memory address maps to exactly one cache line, determined by the address bits. A line has four fields:</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C8532582-92CD-7BE9-079C-76DB814D957C}"/>
              </a:ext>
            </a:extLst>
          </p:cNvPr>
          <p:cNvGraphicFramePr>
            <a:graphicFrameLocks noGrp="1"/>
          </p:cNvGraphicFramePr>
          <p:nvPr>
            <p:extLst>
              <p:ext uri="{D42A27DB-BD31-4B8C-83A1-F6EECF244321}">
                <p14:modId xmlns:p14="http://schemas.microsoft.com/office/powerpoint/2010/main" val="810150687"/>
              </p:ext>
            </p:extLst>
          </p:nvPr>
        </p:nvGraphicFramePr>
        <p:xfrm>
          <a:off x="3200769" y="3738875"/>
          <a:ext cx="5303520" cy="1514250"/>
        </p:xfrm>
        <a:graphic>
          <a:graphicData uri="http://schemas.openxmlformats.org/drawingml/2006/table">
            <a:tbl>
              <a:tblPr>
                <a:tableStyleId>{3C2FFA5D-87B4-456A-9821-1D502468CF0F}</a:tableStyleId>
              </a:tblPr>
              <a:tblGrid>
                <a:gridCol w="757646">
                  <a:extLst>
                    <a:ext uri="{9D8B030D-6E8A-4147-A177-3AD203B41FA5}">
                      <a16:colId xmlns:a16="http://schemas.microsoft.com/office/drawing/2014/main" val="1039329229"/>
                    </a:ext>
                  </a:extLst>
                </a:gridCol>
                <a:gridCol w="757646">
                  <a:extLst>
                    <a:ext uri="{9D8B030D-6E8A-4147-A177-3AD203B41FA5}">
                      <a16:colId xmlns:a16="http://schemas.microsoft.com/office/drawing/2014/main" val="2125920371"/>
                    </a:ext>
                  </a:extLst>
                </a:gridCol>
                <a:gridCol w="3788228">
                  <a:extLst>
                    <a:ext uri="{9D8B030D-6E8A-4147-A177-3AD203B41FA5}">
                      <a16:colId xmlns:a16="http://schemas.microsoft.com/office/drawing/2014/main" val="1487506138"/>
                    </a:ext>
                  </a:extLst>
                </a:gridCol>
              </a:tblGrid>
              <a:tr h="302850">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Field</a:t>
                      </a:r>
                    </a:p>
                  </a:txBody>
                  <a:tcPr marL="6350" marR="6350" marT="6350" marB="0" anchor="b">
                    <a:solidFill>
                      <a:srgbClr val="00FFB9"/>
                    </a:solidFill>
                  </a:tcPr>
                </a:tc>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Width</a:t>
                      </a:r>
                    </a:p>
                  </a:txBody>
                  <a:tcPr marL="6350" marR="6350" marT="6350" marB="0" anchor="b">
                    <a:solidFill>
                      <a:srgbClr val="00FFB9"/>
                    </a:solidFill>
                  </a:tcPr>
                </a:tc>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Meaning</a:t>
                      </a:r>
                    </a:p>
                  </a:txBody>
                  <a:tcPr marL="6350" marR="6350" marT="6350" marB="0" anchor="b">
                    <a:solidFill>
                      <a:srgbClr val="00FFB9"/>
                    </a:solidFill>
                  </a:tcPr>
                </a:tc>
                <a:extLst>
                  <a:ext uri="{0D108BD9-81ED-4DB2-BD59-A6C34878D82A}">
                    <a16:rowId xmlns:a16="http://schemas.microsoft.com/office/drawing/2014/main" val="3496792072"/>
                  </a:ext>
                </a:extLst>
              </a:tr>
              <a:tr h="302850">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valid</a:t>
                      </a:r>
                    </a:p>
                  </a:txBody>
                  <a:tcPr marL="6350" marR="6350" marT="6350" marB="0" anchor="b">
                    <a:solidFill>
                      <a:schemeClr val="bg1"/>
                    </a:solidFill>
                  </a:tcPr>
                </a:tc>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1-bit</a:t>
                      </a:r>
                    </a:p>
                  </a:txBody>
                  <a:tcPr marL="6350" marR="6350" marT="6350" marB="0" anchor="b">
                    <a:solidFill>
                      <a:schemeClr val="bg1"/>
                    </a:solidFill>
                  </a:tcPr>
                </a:tc>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Does this line hold real data?</a:t>
                      </a:r>
                    </a:p>
                  </a:txBody>
                  <a:tcPr marL="6350" marR="6350" marT="6350" marB="0" anchor="b">
                    <a:solidFill>
                      <a:schemeClr val="bg1"/>
                    </a:solidFill>
                  </a:tcPr>
                </a:tc>
                <a:extLst>
                  <a:ext uri="{0D108BD9-81ED-4DB2-BD59-A6C34878D82A}">
                    <a16:rowId xmlns:a16="http://schemas.microsoft.com/office/drawing/2014/main" val="1030462098"/>
                  </a:ext>
                </a:extLst>
              </a:tr>
              <a:tr h="302850">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dirty</a:t>
                      </a:r>
                    </a:p>
                  </a:txBody>
                  <a:tcPr marL="6350" marR="6350" marT="6350" marB="0" anchor="b">
                    <a:solidFill>
                      <a:schemeClr val="bg1"/>
                    </a:solidFill>
                  </a:tcPr>
                </a:tc>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1-bit</a:t>
                      </a:r>
                    </a:p>
                  </a:txBody>
                  <a:tcPr marL="6350" marR="6350" marT="6350" marB="0" anchor="b">
                    <a:solidFill>
                      <a:schemeClr val="bg1"/>
                    </a:solidFill>
                  </a:tcPr>
                </a:tc>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Has this line been written since it was fetched?</a:t>
                      </a:r>
                    </a:p>
                  </a:txBody>
                  <a:tcPr marL="6350" marR="6350" marT="6350" marB="0" anchor="b">
                    <a:solidFill>
                      <a:schemeClr val="bg1"/>
                    </a:solidFill>
                  </a:tcPr>
                </a:tc>
                <a:extLst>
                  <a:ext uri="{0D108BD9-81ED-4DB2-BD59-A6C34878D82A}">
                    <a16:rowId xmlns:a16="http://schemas.microsoft.com/office/drawing/2014/main" val="1439514227"/>
                  </a:ext>
                </a:extLst>
              </a:tr>
              <a:tr h="302850">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tag</a:t>
                      </a:r>
                    </a:p>
                  </a:txBody>
                  <a:tcPr marL="6350" marR="6350" marT="6350" marB="0" anchor="b">
                    <a:solidFill>
                      <a:schemeClr val="bg1"/>
                    </a:solidFill>
                  </a:tcPr>
                </a:tc>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32-bit</a:t>
                      </a:r>
                    </a:p>
                  </a:txBody>
                  <a:tcPr marL="6350" marR="6350" marT="6350" marB="0" anchor="b">
                    <a:solidFill>
                      <a:schemeClr val="bg1"/>
                    </a:solidFill>
                  </a:tcPr>
                </a:tc>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Which memory address does this line belong to?</a:t>
                      </a:r>
                    </a:p>
                  </a:txBody>
                  <a:tcPr marL="6350" marR="6350" marT="6350" marB="0" anchor="b">
                    <a:solidFill>
                      <a:schemeClr val="bg1"/>
                    </a:solidFill>
                  </a:tcPr>
                </a:tc>
                <a:extLst>
                  <a:ext uri="{0D108BD9-81ED-4DB2-BD59-A6C34878D82A}">
                    <a16:rowId xmlns:a16="http://schemas.microsoft.com/office/drawing/2014/main" val="1908718801"/>
                  </a:ext>
                </a:extLst>
              </a:tr>
              <a:tr h="302850">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data</a:t>
                      </a:r>
                    </a:p>
                  </a:txBody>
                  <a:tcPr marL="6350" marR="6350" marT="6350" marB="0" anchor="b">
                    <a:solidFill>
                      <a:schemeClr val="bg1"/>
                    </a:solidFill>
                  </a:tcPr>
                </a:tc>
                <a:tc>
                  <a:txBody>
                    <a:bodyPr/>
                    <a:lstStyle/>
                    <a:p>
                      <a:pPr algn="l" fontAlgn="b">
                        <a:buNone/>
                      </a:pPr>
                      <a:r>
                        <a:rPr lang="en-IN" sz="1300" b="0" i="1"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64 bytes</a:t>
                      </a:r>
                    </a:p>
                  </a:txBody>
                  <a:tcPr marL="6350" marR="6350" marT="6350" marB="0" anchor="b">
                    <a:solidFill>
                      <a:schemeClr val="bg1"/>
                    </a:solidFill>
                  </a:tcPr>
                </a:tc>
                <a:tc>
                  <a:txBody>
                    <a:bodyPr/>
                    <a:lstStyle/>
                    <a:p>
                      <a:pPr algn="l" fontAlgn="b">
                        <a:buNone/>
                      </a:pPr>
                      <a:r>
                        <a:rPr lang="en-IN" sz="13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actual cached data (one cache line)</a:t>
                      </a:r>
                    </a:p>
                  </a:txBody>
                  <a:tcPr marL="6350" marR="6350" marT="6350" marB="0" anchor="b">
                    <a:solidFill>
                      <a:schemeClr val="bg1"/>
                    </a:solidFill>
                  </a:tcPr>
                </a:tc>
                <a:extLst>
                  <a:ext uri="{0D108BD9-81ED-4DB2-BD59-A6C34878D82A}">
                    <a16:rowId xmlns:a16="http://schemas.microsoft.com/office/drawing/2014/main" val="1802794406"/>
                  </a:ext>
                </a:extLst>
              </a:tr>
            </a:tbl>
          </a:graphicData>
        </a:graphic>
      </p:graphicFrame>
    </p:spTree>
    <p:extLst>
      <p:ext uri="{BB962C8B-B14F-4D97-AF65-F5344CB8AC3E}">
        <p14:creationId xmlns:p14="http://schemas.microsoft.com/office/powerpoint/2010/main" val="9023882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8A0BE-F53F-7B57-EAD3-04900F997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8F701-301B-4150-8073-AD556C0C2362}"/>
              </a:ext>
            </a:extLst>
          </p:cNvPr>
          <p:cNvSpPr>
            <a:spLocks noGrp="1"/>
          </p:cNvSpPr>
          <p:nvPr>
            <p:ph type="title"/>
          </p:nvPr>
        </p:nvSpPr>
        <p:spPr>
          <a:xfrm>
            <a:off x="594729" y="184531"/>
            <a:ext cx="10515600" cy="524770"/>
          </a:xfrm>
        </p:spPr>
        <p:txBody>
          <a:bodyPr>
            <a:normAutofit/>
          </a:bodyPr>
          <a:lstStyle/>
          <a:p>
            <a:r>
              <a:rPr lang="en-IN" sz="3400" dirty="0"/>
              <a:t>LAB12: The Cache Controller</a:t>
            </a:r>
          </a:p>
        </p:txBody>
      </p:sp>
      <p:sp>
        <p:nvSpPr>
          <p:cNvPr id="4" name="Content Placeholder 3">
            <a:extLst>
              <a:ext uri="{FF2B5EF4-FFF2-40B4-BE49-F238E27FC236}">
                <a16:creationId xmlns:a16="http://schemas.microsoft.com/office/drawing/2014/main" id="{29287794-6254-3919-2D16-09FC5C6AF1C8}"/>
              </a:ext>
            </a:extLst>
          </p:cNvPr>
          <p:cNvSpPr>
            <a:spLocks noGrp="1"/>
          </p:cNvSpPr>
          <p:nvPr>
            <p:ph idx="1"/>
          </p:nvPr>
        </p:nvSpPr>
        <p:spPr>
          <a:xfrm>
            <a:off x="594730" y="873354"/>
            <a:ext cx="10816982" cy="5386440"/>
          </a:xfrm>
        </p:spPr>
        <p:txBody>
          <a:bodyPr>
            <a:noAutofit/>
          </a:bodyPr>
          <a:lstStyle/>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Every memory access becomes one of four transaction types, and each one does something fundamentally different:</a:t>
            </a:r>
          </a:p>
          <a:p>
            <a:pPr marL="0" lvl="0" indent="0" algn="just"/>
            <a:r>
              <a:rPr lang="en-IN" sz="1400" i="1" dirty="0">
                <a:latin typeface="Calibri" panose="020F0502020204030204" pitchFamily="34" charset="0"/>
                <a:ea typeface="Calibri" panose="020F0502020204030204" pitchFamily="34" charset="0"/>
                <a:cs typeface="Calibri" panose="020F0502020204030204" pitchFamily="34" charset="0"/>
              </a:rPr>
              <a:t>Read Hit</a:t>
            </a:r>
            <a:r>
              <a:rPr lang="en-IN" sz="1400" b="0" i="1" dirty="0">
                <a:latin typeface="Calibri" panose="020F0502020204030204" pitchFamily="34" charset="0"/>
                <a:ea typeface="Calibri" panose="020F0502020204030204" pitchFamily="34" charset="0"/>
                <a:cs typeface="Calibri" panose="020F0502020204030204" pitchFamily="34" charset="0"/>
              </a:rPr>
              <a:t> — the address is in the cache and valid. Return the data. Latency: 1 cycle. Nothing else happens.</a:t>
            </a:r>
          </a:p>
          <a:p>
            <a:pPr marL="0" lvl="0" indent="0" algn="just"/>
            <a:r>
              <a:rPr lang="en-IN" sz="1400" i="1" dirty="0">
                <a:latin typeface="Calibri" panose="020F0502020204030204" pitchFamily="34" charset="0"/>
                <a:ea typeface="Calibri" panose="020F0502020204030204" pitchFamily="34" charset="0"/>
                <a:cs typeface="Calibri" panose="020F0502020204030204" pitchFamily="34" charset="0"/>
              </a:rPr>
              <a:t>Read Miss</a:t>
            </a:r>
            <a:r>
              <a:rPr lang="en-IN" sz="1400" b="0" i="1" dirty="0">
                <a:latin typeface="Calibri" panose="020F0502020204030204" pitchFamily="34" charset="0"/>
                <a:ea typeface="Calibri" panose="020F0502020204030204" pitchFamily="34" charset="0"/>
                <a:cs typeface="Calibri" panose="020F0502020204030204" pitchFamily="34" charset="0"/>
              </a:rPr>
              <a:t> — the address is not in the cache (or the line is invalid). The controller must fetch the line from main memory (latency: 100 cycles), install it in the cache (set valid = 1, dirty = 0, write the tag and data), and then return the data. If the line being replaced was dirty, it must be written back to main memory first.</a:t>
            </a:r>
          </a:p>
          <a:p>
            <a:pPr marL="0" lvl="0" indent="0" algn="just"/>
            <a:r>
              <a:rPr lang="en-IN" sz="1400" i="1" dirty="0">
                <a:latin typeface="Calibri" panose="020F0502020204030204" pitchFamily="34" charset="0"/>
                <a:ea typeface="Calibri" panose="020F0502020204030204" pitchFamily="34" charset="0"/>
                <a:cs typeface="Calibri" panose="020F0502020204030204" pitchFamily="34" charset="0"/>
              </a:rPr>
              <a:t>Write Hit</a:t>
            </a:r>
            <a:r>
              <a:rPr lang="en-IN" sz="1400" b="0" i="1" dirty="0">
                <a:latin typeface="Calibri" panose="020F0502020204030204" pitchFamily="34" charset="0"/>
                <a:ea typeface="Calibri" panose="020F0502020204030204" pitchFamily="34" charset="0"/>
                <a:cs typeface="Calibri" panose="020F0502020204030204" pitchFamily="34" charset="0"/>
              </a:rPr>
              <a:t> — the address is in the cache and valid. Update the data in place and mark the line dirty = 1. The write-back policy means the data is not sent to main memory yet — it will be written back only when the line is evicted.</a:t>
            </a:r>
          </a:p>
          <a:p>
            <a:pPr marL="0" lvl="0" indent="0" algn="just"/>
            <a:r>
              <a:rPr lang="en-IN" sz="1400" i="1" dirty="0">
                <a:latin typeface="Calibri" panose="020F0502020204030204" pitchFamily="34" charset="0"/>
                <a:ea typeface="Calibri" panose="020F0502020204030204" pitchFamily="34" charset="0"/>
                <a:cs typeface="Calibri" panose="020F0502020204030204" pitchFamily="34" charset="0"/>
              </a:rPr>
              <a:t>Write Miss</a:t>
            </a:r>
            <a:r>
              <a:rPr lang="en-IN" sz="1400" b="0" i="1" dirty="0">
                <a:latin typeface="Calibri" panose="020F0502020204030204" pitchFamily="34" charset="0"/>
                <a:ea typeface="Calibri" panose="020F0502020204030204" pitchFamily="34" charset="0"/>
                <a:cs typeface="Calibri" panose="020F0502020204030204" pitchFamily="34" charset="0"/>
              </a:rPr>
              <a:t> — the address is not in the cache. The controller must allocate a line (evicting a dirty line if necessary), fetch the old data from memory, apply the write, and mark the line dirty. This is the slowest path.</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Every one of these four transactions shares common state: </a:t>
            </a:r>
            <a:r>
              <a:rPr lang="en-IN" sz="1400" i="1" dirty="0">
                <a:latin typeface="Calibri" panose="020F0502020204030204" pitchFamily="34" charset="0"/>
                <a:ea typeface="Calibri" panose="020F0502020204030204" pitchFamily="34" charset="0"/>
                <a:cs typeface="Calibri" panose="020F0502020204030204" pitchFamily="34" charset="0"/>
              </a:rPr>
              <a:t>an address, a data payload, and a latency count</a:t>
            </a:r>
            <a:r>
              <a:rPr lang="en-IN" sz="1400" b="0" i="1" dirty="0">
                <a:latin typeface="Calibri" panose="020F0502020204030204" pitchFamily="34" charset="0"/>
                <a:ea typeface="Calibri" panose="020F0502020204030204" pitchFamily="34" charset="0"/>
                <a:cs typeface="Calibri" panose="020F0502020204030204" pitchFamily="34" charset="0"/>
              </a:rPr>
              <a:t>. But each one's execute() does something completely different to the cache line. </a:t>
            </a:r>
            <a:r>
              <a:rPr lang="en-IN" sz="1400" i="1" dirty="0">
                <a:latin typeface="Calibri" panose="020F0502020204030204" pitchFamily="34" charset="0"/>
                <a:ea typeface="Calibri" panose="020F0502020204030204" pitchFamily="34" charset="0"/>
                <a:cs typeface="Calibri" panose="020F0502020204030204" pitchFamily="34" charset="0"/>
              </a:rPr>
              <a:t>The controller must process a stream of transactions without knowing — or caring — which type each one is</a:t>
            </a:r>
            <a:r>
              <a:rPr lang="en-IN" sz="1400" b="0" i="1" dirty="0">
                <a:latin typeface="Calibri" panose="020F0502020204030204" pitchFamily="34" charset="0"/>
                <a:ea typeface="Calibri" panose="020F0502020204030204" pitchFamily="34" charset="0"/>
                <a:cs typeface="Calibri" panose="020F0502020204030204" pitchFamily="34" charset="0"/>
              </a:rPr>
              <a:t>.</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4350149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407C-B5AD-0F38-4790-7D3828D48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ABDF0-2945-1DCA-E779-89DE7FD2B516}"/>
              </a:ext>
            </a:extLst>
          </p:cNvPr>
          <p:cNvSpPr>
            <a:spLocks noGrp="1"/>
          </p:cNvSpPr>
          <p:nvPr>
            <p:ph type="title"/>
          </p:nvPr>
        </p:nvSpPr>
        <p:spPr>
          <a:xfrm>
            <a:off x="594729" y="184531"/>
            <a:ext cx="10515600" cy="524770"/>
          </a:xfrm>
        </p:spPr>
        <p:txBody>
          <a:bodyPr>
            <a:normAutofit/>
          </a:bodyPr>
          <a:lstStyle/>
          <a:p>
            <a:r>
              <a:rPr lang="en-IN" sz="3400" dirty="0"/>
              <a:t>LAB12: The Cache Controller</a:t>
            </a:r>
          </a:p>
        </p:txBody>
      </p:sp>
      <p:sp>
        <p:nvSpPr>
          <p:cNvPr id="4" name="Content Placeholder 3">
            <a:extLst>
              <a:ext uri="{FF2B5EF4-FFF2-40B4-BE49-F238E27FC236}">
                <a16:creationId xmlns:a16="http://schemas.microsoft.com/office/drawing/2014/main" id="{CAE90F9D-486C-3E78-E8BA-CBCF63D10549}"/>
              </a:ext>
            </a:extLst>
          </p:cNvPr>
          <p:cNvSpPr>
            <a:spLocks noGrp="1"/>
          </p:cNvSpPr>
          <p:nvPr>
            <p:ph idx="1"/>
          </p:nvPr>
        </p:nvSpPr>
        <p:spPr>
          <a:xfrm>
            <a:off x="594730" y="873354"/>
            <a:ext cx="10816982" cy="5386440"/>
          </a:xfrm>
        </p:spPr>
        <p:txBody>
          <a:bodyPr>
            <a:noAutofit/>
          </a:bodyPr>
          <a:lstStyle/>
          <a:p>
            <a:pPr marL="0" indent="0" algn="just"/>
            <a:r>
              <a:rPr lang="en-IN" sz="1400" i="1" u="sng" dirty="0">
                <a:latin typeface="Calibri" panose="020F0502020204030204" pitchFamily="34" charset="0"/>
                <a:ea typeface="Calibri" panose="020F0502020204030204" pitchFamily="34" charset="0"/>
                <a:cs typeface="Calibri" panose="020F0502020204030204" pitchFamily="34" charset="0"/>
              </a:rPr>
              <a:t>The Dispatcher Problem:</a:t>
            </a:r>
          </a:p>
          <a:p>
            <a:pPr marL="0" indent="0"/>
            <a:r>
              <a:rPr lang="en-IN" sz="1400" b="0" dirty="0">
                <a:latin typeface="Calibri" panose="020F0502020204030204" pitchFamily="34" charset="0"/>
                <a:ea typeface="Calibri" panose="020F0502020204030204" pitchFamily="34" charset="0"/>
                <a:cs typeface="Calibri" panose="020F0502020204030204" pitchFamily="34" charset="0"/>
              </a:rPr>
              <a:t>The first version of the cache controller testbench processed transactions like this:  </a:t>
            </a:r>
          </a:p>
          <a:p>
            <a:pPr marL="0" indent="0"/>
            <a:r>
              <a:rPr lang="en-IN" sz="1100" b="0" i="1" dirty="0">
                <a:latin typeface="Calibri" panose="020F0502020204030204" pitchFamily="34" charset="0"/>
                <a:ea typeface="Calibri" panose="020F0502020204030204" pitchFamily="34" charset="0"/>
                <a:cs typeface="Calibri" panose="020F0502020204030204" pitchFamily="34" charset="0"/>
              </a:rPr>
              <a:t>if (</a:t>
            </a:r>
            <a:r>
              <a:rPr lang="en-IN" sz="1100" b="0" i="1" dirty="0" err="1">
                <a:latin typeface="Calibri" panose="020F0502020204030204" pitchFamily="34" charset="0"/>
                <a:ea typeface="Calibri" panose="020F0502020204030204" pitchFamily="34" charset="0"/>
                <a:cs typeface="Calibri" panose="020F0502020204030204" pitchFamily="34" charset="0"/>
              </a:rPr>
              <a:t>txn_type</a:t>
            </a:r>
            <a:r>
              <a:rPr lang="en-IN" sz="1100" b="0" i="1" dirty="0">
                <a:latin typeface="Calibri" panose="020F0502020204030204" pitchFamily="34" charset="0"/>
                <a:ea typeface="Calibri" panose="020F0502020204030204" pitchFamily="34" charset="0"/>
                <a:cs typeface="Calibri" panose="020F0502020204030204" pitchFamily="34" charset="0"/>
              </a:rPr>
              <a:t> == READ_HIT) </a:t>
            </a:r>
            <a:r>
              <a:rPr lang="en-IN" sz="1100" b="0" i="1" dirty="0" err="1">
                <a:latin typeface="Calibri" panose="020F0502020204030204" pitchFamily="34" charset="0"/>
                <a:ea typeface="Calibri" panose="020F0502020204030204" pitchFamily="34" charset="0"/>
                <a:cs typeface="Calibri" panose="020F0502020204030204" pitchFamily="34" charset="0"/>
              </a:rPr>
              <a:t>process_read_hit</a:t>
            </a:r>
            <a:r>
              <a:rPr lang="en-IN" sz="1100" b="0" i="1" dirty="0">
                <a:latin typeface="Calibri" panose="020F0502020204030204" pitchFamily="34" charset="0"/>
                <a:ea typeface="Calibri" panose="020F0502020204030204" pitchFamily="34" charset="0"/>
                <a:cs typeface="Calibri" panose="020F0502020204030204" pitchFamily="34" charset="0"/>
              </a:rPr>
              <a:t>(</a:t>
            </a:r>
            <a:r>
              <a:rPr lang="en-IN" sz="1100" b="0" i="1" dirty="0" err="1">
                <a:latin typeface="Calibri" panose="020F0502020204030204" pitchFamily="34" charset="0"/>
                <a:ea typeface="Calibri" panose="020F0502020204030204" pitchFamily="34" charset="0"/>
                <a:cs typeface="Calibri" panose="020F0502020204030204" pitchFamily="34" charset="0"/>
              </a:rPr>
              <a:t>addr</a:t>
            </a:r>
            <a:r>
              <a:rPr lang="en-IN" sz="1100" b="0" i="1" dirty="0">
                <a:latin typeface="Calibri" panose="020F0502020204030204" pitchFamily="34" charset="0"/>
                <a:ea typeface="Calibri" panose="020F0502020204030204" pitchFamily="34" charset="0"/>
                <a:cs typeface="Calibri" panose="020F0502020204030204" pitchFamily="34" charset="0"/>
              </a:rPr>
              <a:t>, data);</a:t>
            </a:r>
          </a:p>
          <a:p>
            <a:pPr marL="0" indent="0"/>
            <a:r>
              <a:rPr lang="en-IN" sz="1100" b="0" i="1" dirty="0">
                <a:latin typeface="Calibri" panose="020F0502020204030204" pitchFamily="34" charset="0"/>
                <a:ea typeface="Calibri" panose="020F0502020204030204" pitchFamily="34" charset="0"/>
                <a:cs typeface="Calibri" panose="020F0502020204030204" pitchFamily="34" charset="0"/>
              </a:rPr>
              <a:t>else if (</a:t>
            </a:r>
            <a:r>
              <a:rPr lang="en-IN" sz="1100" b="0" i="1" dirty="0" err="1">
                <a:latin typeface="Calibri" panose="020F0502020204030204" pitchFamily="34" charset="0"/>
                <a:ea typeface="Calibri" panose="020F0502020204030204" pitchFamily="34" charset="0"/>
                <a:cs typeface="Calibri" panose="020F0502020204030204" pitchFamily="34" charset="0"/>
              </a:rPr>
              <a:t>txn_type</a:t>
            </a:r>
            <a:r>
              <a:rPr lang="en-IN" sz="1100" b="0" i="1" dirty="0">
                <a:latin typeface="Calibri" panose="020F0502020204030204" pitchFamily="34" charset="0"/>
                <a:ea typeface="Calibri" panose="020F0502020204030204" pitchFamily="34" charset="0"/>
                <a:cs typeface="Calibri" panose="020F0502020204030204" pitchFamily="34" charset="0"/>
              </a:rPr>
              <a:t> == READ_MISS) </a:t>
            </a:r>
            <a:r>
              <a:rPr lang="en-IN" sz="1100" b="0" i="1" dirty="0" err="1">
                <a:latin typeface="Calibri" panose="020F0502020204030204" pitchFamily="34" charset="0"/>
                <a:ea typeface="Calibri" panose="020F0502020204030204" pitchFamily="34" charset="0"/>
                <a:cs typeface="Calibri" panose="020F0502020204030204" pitchFamily="34" charset="0"/>
              </a:rPr>
              <a:t>process_read_miss</a:t>
            </a:r>
            <a:r>
              <a:rPr lang="en-IN" sz="1100" b="0" i="1" dirty="0">
                <a:latin typeface="Calibri" panose="020F0502020204030204" pitchFamily="34" charset="0"/>
                <a:ea typeface="Calibri" panose="020F0502020204030204" pitchFamily="34" charset="0"/>
                <a:cs typeface="Calibri" panose="020F0502020204030204" pitchFamily="34" charset="0"/>
              </a:rPr>
              <a:t>(</a:t>
            </a:r>
            <a:r>
              <a:rPr lang="en-IN" sz="1100" b="0" i="1" dirty="0" err="1">
                <a:latin typeface="Calibri" panose="020F0502020204030204" pitchFamily="34" charset="0"/>
                <a:ea typeface="Calibri" panose="020F0502020204030204" pitchFamily="34" charset="0"/>
                <a:cs typeface="Calibri" panose="020F0502020204030204" pitchFamily="34" charset="0"/>
              </a:rPr>
              <a:t>addr</a:t>
            </a:r>
            <a:r>
              <a:rPr lang="en-IN" sz="1100" b="0" i="1" dirty="0">
                <a:latin typeface="Calibri" panose="020F0502020204030204" pitchFamily="34" charset="0"/>
                <a:ea typeface="Calibri" panose="020F0502020204030204" pitchFamily="34" charset="0"/>
                <a:cs typeface="Calibri" panose="020F0502020204030204" pitchFamily="34" charset="0"/>
              </a:rPr>
              <a:t>, data);</a:t>
            </a:r>
          </a:p>
          <a:p>
            <a:pPr marL="0" indent="0"/>
            <a:r>
              <a:rPr lang="en-IN" sz="1100" b="0" i="1" dirty="0">
                <a:latin typeface="Calibri" panose="020F0502020204030204" pitchFamily="34" charset="0"/>
                <a:ea typeface="Calibri" panose="020F0502020204030204" pitchFamily="34" charset="0"/>
                <a:cs typeface="Calibri" panose="020F0502020204030204" pitchFamily="34" charset="0"/>
              </a:rPr>
              <a:t>else if (</a:t>
            </a:r>
            <a:r>
              <a:rPr lang="en-IN" sz="1100" b="0" i="1" dirty="0" err="1">
                <a:latin typeface="Calibri" panose="020F0502020204030204" pitchFamily="34" charset="0"/>
                <a:ea typeface="Calibri" panose="020F0502020204030204" pitchFamily="34" charset="0"/>
                <a:cs typeface="Calibri" panose="020F0502020204030204" pitchFamily="34" charset="0"/>
              </a:rPr>
              <a:t>txn_type</a:t>
            </a:r>
            <a:r>
              <a:rPr lang="en-IN" sz="1100" b="0" i="1" dirty="0">
                <a:latin typeface="Calibri" panose="020F0502020204030204" pitchFamily="34" charset="0"/>
                <a:ea typeface="Calibri" panose="020F0502020204030204" pitchFamily="34" charset="0"/>
                <a:cs typeface="Calibri" panose="020F0502020204030204" pitchFamily="34" charset="0"/>
              </a:rPr>
              <a:t> == WRITE_HIT) </a:t>
            </a:r>
            <a:r>
              <a:rPr lang="en-IN" sz="1100" b="0" i="1" dirty="0" err="1">
                <a:latin typeface="Calibri" panose="020F0502020204030204" pitchFamily="34" charset="0"/>
                <a:ea typeface="Calibri" panose="020F0502020204030204" pitchFamily="34" charset="0"/>
                <a:cs typeface="Calibri" panose="020F0502020204030204" pitchFamily="34" charset="0"/>
              </a:rPr>
              <a:t>process_write_hit</a:t>
            </a:r>
            <a:r>
              <a:rPr lang="en-IN" sz="1100" b="0" i="1" dirty="0">
                <a:latin typeface="Calibri" panose="020F0502020204030204" pitchFamily="34" charset="0"/>
                <a:ea typeface="Calibri" panose="020F0502020204030204" pitchFamily="34" charset="0"/>
                <a:cs typeface="Calibri" panose="020F0502020204030204" pitchFamily="34" charset="0"/>
              </a:rPr>
              <a:t>(</a:t>
            </a:r>
            <a:r>
              <a:rPr lang="en-IN" sz="1100" b="0" i="1" dirty="0" err="1">
                <a:latin typeface="Calibri" panose="020F0502020204030204" pitchFamily="34" charset="0"/>
                <a:ea typeface="Calibri" panose="020F0502020204030204" pitchFamily="34" charset="0"/>
                <a:cs typeface="Calibri" panose="020F0502020204030204" pitchFamily="34" charset="0"/>
              </a:rPr>
              <a:t>addr</a:t>
            </a:r>
            <a:r>
              <a:rPr lang="en-IN" sz="1100" b="0" i="1" dirty="0">
                <a:latin typeface="Calibri" panose="020F0502020204030204" pitchFamily="34" charset="0"/>
                <a:ea typeface="Calibri" panose="020F0502020204030204" pitchFamily="34" charset="0"/>
                <a:cs typeface="Calibri" panose="020F0502020204030204" pitchFamily="34" charset="0"/>
              </a:rPr>
              <a:t>, data);</a:t>
            </a:r>
          </a:p>
          <a:p>
            <a:pPr marL="0" indent="0"/>
            <a:r>
              <a:rPr lang="en-IN" sz="1100" b="0" i="1" dirty="0">
                <a:latin typeface="Calibri" panose="020F0502020204030204" pitchFamily="34" charset="0"/>
                <a:ea typeface="Calibri" panose="020F0502020204030204" pitchFamily="34" charset="0"/>
                <a:cs typeface="Calibri" panose="020F0502020204030204" pitchFamily="34" charset="0"/>
              </a:rPr>
              <a:t>else if (</a:t>
            </a:r>
            <a:r>
              <a:rPr lang="en-IN" sz="1100" b="0" i="1" dirty="0" err="1">
                <a:latin typeface="Calibri" panose="020F0502020204030204" pitchFamily="34" charset="0"/>
                <a:ea typeface="Calibri" panose="020F0502020204030204" pitchFamily="34" charset="0"/>
                <a:cs typeface="Calibri" panose="020F0502020204030204" pitchFamily="34" charset="0"/>
              </a:rPr>
              <a:t>txn_type</a:t>
            </a:r>
            <a:r>
              <a:rPr lang="en-IN" sz="1100" b="0" i="1" dirty="0">
                <a:latin typeface="Calibri" panose="020F0502020204030204" pitchFamily="34" charset="0"/>
                <a:ea typeface="Calibri" panose="020F0502020204030204" pitchFamily="34" charset="0"/>
                <a:cs typeface="Calibri" panose="020F0502020204030204" pitchFamily="34" charset="0"/>
              </a:rPr>
              <a:t> == WRITE_MISS) </a:t>
            </a:r>
            <a:r>
              <a:rPr lang="en-IN" sz="1100" b="0" i="1" dirty="0" err="1">
                <a:latin typeface="Calibri" panose="020F0502020204030204" pitchFamily="34" charset="0"/>
                <a:ea typeface="Calibri" panose="020F0502020204030204" pitchFamily="34" charset="0"/>
                <a:cs typeface="Calibri" panose="020F0502020204030204" pitchFamily="34" charset="0"/>
              </a:rPr>
              <a:t>process_write_miss</a:t>
            </a:r>
            <a:r>
              <a:rPr lang="en-IN" sz="1100" b="0" i="1" dirty="0">
                <a:latin typeface="Calibri" panose="020F0502020204030204" pitchFamily="34" charset="0"/>
                <a:ea typeface="Calibri" panose="020F0502020204030204" pitchFamily="34" charset="0"/>
                <a:cs typeface="Calibri" panose="020F0502020204030204" pitchFamily="34" charset="0"/>
              </a:rPr>
              <a:t>(</a:t>
            </a:r>
            <a:r>
              <a:rPr lang="en-IN" sz="1100" b="0" i="1" dirty="0" err="1">
                <a:latin typeface="Calibri" panose="020F0502020204030204" pitchFamily="34" charset="0"/>
                <a:ea typeface="Calibri" panose="020F0502020204030204" pitchFamily="34" charset="0"/>
                <a:cs typeface="Calibri" panose="020F0502020204030204" pitchFamily="34" charset="0"/>
              </a:rPr>
              <a:t>addr</a:t>
            </a:r>
            <a:r>
              <a:rPr lang="en-IN" sz="1100" b="0" i="1" dirty="0">
                <a:latin typeface="Calibri" panose="020F0502020204030204" pitchFamily="34" charset="0"/>
                <a:ea typeface="Calibri" panose="020F0502020204030204" pitchFamily="34" charset="0"/>
                <a:cs typeface="Calibri" panose="020F0502020204030204" pitchFamily="34" charset="0"/>
              </a:rPr>
              <a:t>, data);</a:t>
            </a:r>
          </a:p>
          <a:p>
            <a:pPr marL="0" indent="0"/>
            <a:r>
              <a:rPr lang="en-IN" sz="1400" b="0" dirty="0">
                <a:latin typeface="Calibri" panose="020F0502020204030204" pitchFamily="34" charset="0"/>
                <a:ea typeface="Calibri" panose="020F0502020204030204" pitchFamily="34" charset="0"/>
                <a:cs typeface="Calibri" panose="020F0502020204030204" pitchFamily="34" charset="0"/>
              </a:rPr>
              <a:t>Four branches. Four separate functions. Every time architecture added a new transaction type — prefetch, cache-flush, invalidate — the if/else chain grew. Someone forgot to add the else if for cache-flush. The transaction was silently dropped. The test passed because nothing checked that it had been processed.</a:t>
            </a:r>
          </a:p>
          <a:p>
            <a:pPr marL="0" indent="0"/>
            <a:endParaRPr lang="en-IN" sz="1400" b="0" dirty="0">
              <a:latin typeface="Calibri" panose="020F0502020204030204" pitchFamily="34" charset="0"/>
              <a:ea typeface="Calibri" panose="020F0502020204030204" pitchFamily="34" charset="0"/>
              <a:cs typeface="Calibri" panose="020F0502020204030204" pitchFamily="34" charset="0"/>
            </a:endParaRPr>
          </a:p>
          <a:p>
            <a:pPr marL="0" indent="0"/>
            <a:r>
              <a:rPr lang="en-IN" sz="1400" i="1" u="sng" dirty="0">
                <a:latin typeface="Calibri" panose="020F0502020204030204" pitchFamily="34" charset="0"/>
                <a:ea typeface="Calibri" panose="020F0502020204030204" pitchFamily="34" charset="0"/>
                <a:cs typeface="Calibri" panose="020F0502020204030204" pitchFamily="34" charset="0"/>
              </a:rPr>
              <a:t>Architecture's mandate:</a:t>
            </a:r>
          </a:p>
          <a:p>
            <a:pPr marL="0" indent="0"/>
            <a:r>
              <a:rPr lang="en-IN" sz="1400" b="0" dirty="0">
                <a:latin typeface="Calibri" panose="020F0502020204030204" pitchFamily="34" charset="0"/>
                <a:ea typeface="Calibri" panose="020F0502020204030204" pitchFamily="34" charset="0"/>
                <a:cs typeface="Calibri" panose="020F0502020204030204" pitchFamily="34" charset="0"/>
              </a:rPr>
              <a:t>The controller must store every transaction in one queue, pull them out one at a time, and call execute(). Adding a new transaction type must not require changing the controller loop.</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5994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DB2A8-F752-3BF8-38E6-324DE0E25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C8F3F-3E91-7DF5-10C6-0467B492E5CE}"/>
              </a:ext>
            </a:extLst>
          </p:cNvPr>
          <p:cNvSpPr>
            <a:spLocks noGrp="1"/>
          </p:cNvSpPr>
          <p:nvPr>
            <p:ph type="title"/>
          </p:nvPr>
        </p:nvSpPr>
        <p:spPr>
          <a:xfrm>
            <a:off x="594729" y="121936"/>
            <a:ext cx="10515600" cy="524770"/>
          </a:xfrm>
        </p:spPr>
        <p:txBody>
          <a:bodyPr>
            <a:normAutofit/>
          </a:bodyPr>
          <a:lstStyle/>
          <a:p>
            <a:r>
              <a:rPr lang="en-IN" sz="3400" dirty="0"/>
              <a:t>LAB12: System Requirements</a:t>
            </a:r>
          </a:p>
        </p:txBody>
      </p:sp>
      <p:sp>
        <p:nvSpPr>
          <p:cNvPr id="4" name="Content Placeholder 3">
            <a:extLst>
              <a:ext uri="{FF2B5EF4-FFF2-40B4-BE49-F238E27FC236}">
                <a16:creationId xmlns:a16="http://schemas.microsoft.com/office/drawing/2014/main" id="{E8D7AD45-2872-DD52-FD63-B4197B7A705F}"/>
              </a:ext>
            </a:extLst>
          </p:cNvPr>
          <p:cNvSpPr>
            <a:spLocks noGrp="1"/>
          </p:cNvSpPr>
          <p:nvPr>
            <p:ph idx="1"/>
          </p:nvPr>
        </p:nvSpPr>
        <p:spPr>
          <a:xfrm>
            <a:off x="528892" y="746149"/>
            <a:ext cx="11460722" cy="5727529"/>
          </a:xfrm>
        </p:spPr>
        <p:txBody>
          <a:bodyPr>
            <a:noAutofit/>
          </a:bodyPr>
          <a:lstStyle/>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1</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A standalone class representing one slot in the cache. Fields: valid, dirty, tag, data[64]. Must be constructable with a tag value and must be able to display its state.</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2</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The base class for all cache transactions. Fields: </a:t>
            </a:r>
            <a:r>
              <a:rPr lang="en-IN" sz="1400" b="0" dirty="0" err="1">
                <a:latin typeface="Calibri" panose="020F0502020204030204" pitchFamily="34" charset="0"/>
                <a:ea typeface="Calibri" panose="020F0502020204030204" pitchFamily="34" charset="0"/>
                <a:cs typeface="Calibri" panose="020F0502020204030204" pitchFamily="34" charset="0"/>
              </a:rPr>
              <a:t>addr</a:t>
            </a:r>
            <a:r>
              <a:rPr lang="en-IN" sz="1400" b="0" dirty="0">
                <a:latin typeface="Calibri" panose="020F0502020204030204" pitchFamily="34" charset="0"/>
                <a:ea typeface="Calibri" panose="020F0502020204030204" pitchFamily="34" charset="0"/>
                <a:cs typeface="Calibri" panose="020F0502020204030204" pitchFamily="34" charset="0"/>
              </a:rPr>
              <a:t>, data[64], latency. Must track how many transactions have been created across the entire simulation. Provides execute(</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line) and identify(). Base execute() assumes a simple 1-cycle hit.</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3</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ReadHit</a:t>
            </a:r>
            <a:r>
              <a:rPr lang="en-IN" sz="1400" b="0" dirty="0">
                <a:latin typeface="Calibri" panose="020F0502020204030204" pitchFamily="34" charset="0"/>
                <a:ea typeface="Calibri" panose="020F0502020204030204" pitchFamily="34" charset="0"/>
                <a:cs typeface="Calibri" panose="020F0502020204030204" pitchFamily="34" charset="0"/>
              </a:rPr>
              <a:t> extends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A cache read that finds its data already present. Fastest path. No additional fields.</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4</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ReadMiss</a:t>
            </a:r>
            <a:r>
              <a:rPr lang="en-IN" sz="1400" b="0" dirty="0">
                <a:latin typeface="Calibri" panose="020F0502020204030204" pitchFamily="34" charset="0"/>
                <a:ea typeface="Calibri" panose="020F0502020204030204" pitchFamily="34" charset="0"/>
                <a:cs typeface="Calibri" panose="020F0502020204030204" pitchFamily="34" charset="0"/>
              </a:rPr>
              <a:t> extends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A cache read that must fetch the line from main memory. Must detect whether the replaced line needed writeback. Latency: 100 cycles.</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5</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WriteHit</a:t>
            </a:r>
            <a:r>
              <a:rPr lang="en-IN" sz="1400" b="0" dirty="0">
                <a:latin typeface="Calibri" panose="020F0502020204030204" pitchFamily="34" charset="0"/>
                <a:ea typeface="Calibri" panose="020F0502020204030204" pitchFamily="34" charset="0"/>
                <a:cs typeface="Calibri" panose="020F0502020204030204" pitchFamily="34" charset="0"/>
              </a:rPr>
              <a:t> extends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A cache write to a line already present. Updates the line and marks it appropriately. No additional fields.</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6</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WriteMiss</a:t>
            </a:r>
            <a:r>
              <a:rPr lang="en-IN" sz="1400" b="0" dirty="0">
                <a:latin typeface="Calibri" panose="020F0502020204030204" pitchFamily="34" charset="0"/>
                <a:ea typeface="Calibri" panose="020F0502020204030204" pitchFamily="34" charset="0"/>
                <a:cs typeface="Calibri" panose="020F0502020204030204" pitchFamily="34" charset="0"/>
              </a:rPr>
              <a:t> extends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A cache write that must allocate a line, potentially evicting a dirty resident. Must preserve the evicted line's state before overwriting. Latency: 100 cycles.</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7</a:t>
            </a:r>
            <a:r>
              <a:rPr lang="en-IN" sz="1400" b="0" dirty="0">
                <a:latin typeface="Calibri" panose="020F0502020204030204" pitchFamily="34" charset="0"/>
                <a:ea typeface="Calibri" panose="020F0502020204030204" pitchFamily="34" charset="0"/>
                <a:cs typeface="Calibri" panose="020F0502020204030204" pitchFamily="34" charset="0"/>
              </a:rPr>
              <a:t> — The non-virtual baseline.</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Store all four transaction types in a single base-handle array. Process them through one loop. Record and explain the output.</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8</a:t>
            </a:r>
            <a:r>
              <a:rPr lang="en-IN" sz="1400" b="0" dirty="0">
                <a:latin typeface="Calibri" panose="020F0502020204030204" pitchFamily="34" charset="0"/>
                <a:ea typeface="Calibri" panose="020F0502020204030204" pitchFamily="34" charset="0"/>
                <a:cs typeface="Calibri" panose="020F0502020204030204" pitchFamily="34" charset="0"/>
              </a:rPr>
              <a:t> — Fix the dispatch.</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Make the controller loop call the correct execute() and identify() for each transaction type. Do not modify the testbench.</a:t>
            </a:r>
          </a:p>
          <a:p>
            <a:pPr marL="285750" lvl="0" indent="-285750">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9</a:t>
            </a:r>
            <a:r>
              <a:rPr lang="en-IN" sz="1400" b="0" dirty="0">
                <a:latin typeface="Calibri" panose="020F0502020204030204" pitchFamily="34" charset="0"/>
                <a:ea typeface="Calibri" panose="020F0502020204030204" pitchFamily="34" charset="0"/>
                <a:cs typeface="Calibri" panose="020F0502020204030204" pitchFamily="34" charset="0"/>
              </a:rPr>
              <a:t> — Downcast safely.</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b="0" dirty="0">
                <a:latin typeface="Calibri" panose="020F0502020204030204" pitchFamily="34" charset="0"/>
                <a:ea typeface="Calibri" panose="020F0502020204030204" pitchFamily="34" charset="0"/>
                <a:cs typeface="Calibri" panose="020F0502020204030204" pitchFamily="34" charset="0"/>
              </a:rPr>
              <a:t>Extract the </a:t>
            </a:r>
            <a:r>
              <a:rPr lang="en-IN" sz="1400" b="0" dirty="0" err="1">
                <a:latin typeface="Calibri" panose="020F0502020204030204" pitchFamily="34" charset="0"/>
                <a:ea typeface="Calibri" panose="020F0502020204030204" pitchFamily="34" charset="0"/>
                <a:cs typeface="Calibri" panose="020F0502020204030204" pitchFamily="34" charset="0"/>
              </a:rPr>
              <a:t>WriteMiss</a:t>
            </a:r>
            <a:r>
              <a:rPr lang="en-IN" sz="1400" b="0" dirty="0">
                <a:latin typeface="Calibri" panose="020F0502020204030204" pitchFamily="34" charset="0"/>
                <a:ea typeface="Calibri" panose="020F0502020204030204" pitchFamily="34" charset="0"/>
                <a:cs typeface="Calibri" panose="020F0502020204030204" pitchFamily="34" charset="0"/>
              </a:rPr>
              <a:t>-specific data from the base-handle array. First attempt it unsafely. Then make it robust against reordering.</a:t>
            </a:r>
          </a:p>
          <a:p>
            <a:pPr marL="342900" lvl="0" indent="-342900">
              <a:buClr>
                <a:srgbClr val="009999"/>
              </a:buClr>
              <a:buFont typeface="+mj-lt"/>
              <a:buAutoNum type="arabicPeriod"/>
            </a:pPr>
            <a:endParaRPr lang="en-IN" sz="1400" b="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798245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D126-BFD5-C269-D6BC-14C2634CE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351CF-2E2A-D4CA-AFDD-A136D97D5655}"/>
              </a:ext>
            </a:extLst>
          </p:cNvPr>
          <p:cNvSpPr>
            <a:spLocks noGrp="1"/>
          </p:cNvSpPr>
          <p:nvPr>
            <p:ph type="title"/>
          </p:nvPr>
        </p:nvSpPr>
        <p:spPr>
          <a:xfrm>
            <a:off x="594729" y="184531"/>
            <a:ext cx="10515600" cy="524770"/>
          </a:xfrm>
        </p:spPr>
        <p:txBody>
          <a:bodyPr>
            <a:normAutofit/>
          </a:bodyPr>
          <a:lstStyle/>
          <a:p>
            <a:r>
              <a:rPr lang="en-IN" sz="3400" dirty="0"/>
              <a:t>LAB12: Key Learnings</a:t>
            </a:r>
          </a:p>
        </p:txBody>
      </p:sp>
      <p:sp>
        <p:nvSpPr>
          <p:cNvPr id="4" name="Content Placeholder 3">
            <a:extLst>
              <a:ext uri="{FF2B5EF4-FFF2-40B4-BE49-F238E27FC236}">
                <a16:creationId xmlns:a16="http://schemas.microsoft.com/office/drawing/2014/main" id="{7EF2FA99-2F0F-7A4A-5ED2-A468984B7DCA}"/>
              </a:ext>
            </a:extLst>
          </p:cNvPr>
          <p:cNvSpPr>
            <a:spLocks noGrp="1"/>
          </p:cNvSpPr>
          <p:nvPr>
            <p:ph idx="1"/>
          </p:nvPr>
        </p:nvSpPr>
        <p:spPr>
          <a:xfrm>
            <a:off x="594728" y="870508"/>
            <a:ext cx="10999864" cy="5735117"/>
          </a:xfrm>
        </p:spPr>
        <p:txBody>
          <a:bodyPr>
            <a:noAutofit/>
          </a:bodyPr>
          <a:lstStyle/>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virtual changes </a:t>
            </a:r>
            <a:r>
              <a:rPr lang="en-IN" sz="1400" i="1" dirty="0">
                <a:latin typeface="Calibri" panose="020F0502020204030204" pitchFamily="34" charset="0"/>
                <a:ea typeface="Calibri" panose="020F0502020204030204" pitchFamily="34" charset="0"/>
                <a:cs typeface="Calibri" panose="020F0502020204030204" pitchFamily="34" charset="0"/>
              </a:rPr>
              <a:t>when</a:t>
            </a:r>
            <a:r>
              <a:rPr lang="en-IN" sz="1400" dirty="0">
                <a:latin typeface="Calibri" panose="020F0502020204030204" pitchFamily="34" charset="0"/>
                <a:ea typeface="Calibri" panose="020F0502020204030204" pitchFamily="34" charset="0"/>
                <a:cs typeface="Calibri" panose="020F0502020204030204" pitchFamily="34" charset="0"/>
              </a:rPr>
              <a:t> the decision is made.</a:t>
            </a:r>
            <a:r>
              <a:rPr lang="en-IN" sz="1400" b="0" dirty="0">
                <a:latin typeface="Calibri" panose="020F0502020204030204" pitchFamily="34" charset="0"/>
                <a:ea typeface="Calibri" panose="020F0502020204030204" pitchFamily="34" charset="0"/>
                <a:cs typeface="Calibri" panose="020F0502020204030204" pitchFamily="34" charset="0"/>
              </a:rPr>
              <a:t> Without it, the compiler picks the method at compile time from the handle type. With it, the simulator picks at runtime from the object type. The override exists either way — virtual decides who sees it.</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The testbench does not change.</a:t>
            </a:r>
            <a:r>
              <a:rPr lang="en-IN" sz="1400" b="0" dirty="0">
                <a:latin typeface="Calibri" panose="020F0502020204030204" pitchFamily="34" charset="0"/>
                <a:ea typeface="Calibri" panose="020F0502020204030204" pitchFamily="34" charset="0"/>
                <a:cs typeface="Calibri" panose="020F0502020204030204" pitchFamily="34" charset="0"/>
              </a:rPr>
              <a:t> Tasks 7 and 8 use identical testbench code. Only the base class changed. Callers program to the base interface; objects provide the implementation.</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Non-virtual is the default for a reason.</a:t>
            </a:r>
            <a:r>
              <a:rPr lang="en-IN" sz="1400" b="0" dirty="0">
                <a:latin typeface="Calibri" panose="020F0502020204030204" pitchFamily="34" charset="0"/>
                <a:ea typeface="Calibri" panose="020F0502020204030204" pitchFamily="34" charset="0"/>
                <a:cs typeface="Calibri" panose="020F0502020204030204" pitchFamily="34" charset="0"/>
              </a:rPr>
              <a:t> Virtual dispatch costs a </a:t>
            </a:r>
            <a:r>
              <a:rPr lang="en-IN" sz="1400" b="0" dirty="0" err="1">
                <a:latin typeface="Calibri" panose="020F0502020204030204" pitchFamily="34" charset="0"/>
                <a:ea typeface="Calibri" panose="020F0502020204030204" pitchFamily="34" charset="0"/>
                <a:cs typeface="Calibri" panose="020F0502020204030204" pitchFamily="34" charset="0"/>
              </a:rPr>
              <a:t>vtable</a:t>
            </a:r>
            <a:r>
              <a:rPr lang="en-IN" sz="1400" b="0" dirty="0">
                <a:latin typeface="Calibri" panose="020F0502020204030204" pitchFamily="34" charset="0"/>
                <a:ea typeface="Calibri" panose="020F0502020204030204" pitchFamily="34" charset="0"/>
                <a:cs typeface="Calibri" panose="020F0502020204030204" pitchFamily="34" charset="0"/>
              </a:rPr>
              <a:t> lookup per call. For internal helpers never called through a base handle, that cost is wasted. Make a method virtual only when you need polymorphic </a:t>
            </a:r>
            <a:r>
              <a:rPr lang="en-IN" sz="1400" b="0" dirty="0" err="1">
                <a:latin typeface="Calibri" panose="020F0502020204030204" pitchFamily="34" charset="0"/>
                <a:ea typeface="Calibri" panose="020F0502020204030204" pitchFamily="34" charset="0"/>
                <a:cs typeface="Calibri" panose="020F0502020204030204" pitchFamily="34" charset="0"/>
              </a:rPr>
              <a:t>behavior</a:t>
            </a:r>
            <a:r>
              <a:rPr lang="en-IN" sz="1400" b="0"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Signature mismatch silently breaks the override.</a:t>
            </a:r>
            <a:r>
              <a:rPr lang="en-IN" sz="1400" b="0" dirty="0">
                <a:latin typeface="Calibri" panose="020F0502020204030204" pitchFamily="34" charset="0"/>
                <a:ea typeface="Calibri" panose="020F0502020204030204" pitchFamily="34" charset="0"/>
                <a:cs typeface="Calibri" panose="020F0502020204030204" pitchFamily="34" charset="0"/>
              </a:rPr>
              <a:t> If a derived method has a different return type or argument list, it is not an override — it is a new method. The </a:t>
            </a:r>
            <a:r>
              <a:rPr lang="en-IN" sz="1400" b="0" dirty="0" err="1">
                <a:latin typeface="Calibri" panose="020F0502020204030204" pitchFamily="34" charset="0"/>
                <a:ea typeface="Calibri" panose="020F0502020204030204" pitchFamily="34" charset="0"/>
                <a:cs typeface="Calibri" panose="020F0502020204030204" pitchFamily="34" charset="0"/>
              </a:rPr>
              <a:t>vtable</a:t>
            </a:r>
            <a:r>
              <a:rPr lang="en-IN" sz="1400" b="0" dirty="0">
                <a:latin typeface="Calibri" panose="020F0502020204030204" pitchFamily="34" charset="0"/>
                <a:ea typeface="Calibri" panose="020F0502020204030204" pitchFamily="34" charset="0"/>
                <a:cs typeface="Calibri" panose="020F0502020204030204" pitchFamily="34" charset="0"/>
              </a:rPr>
              <a:t> still points to the base. There is no warning. Match the signature exactly.</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Upcasting is implicit; </a:t>
            </a:r>
            <a:r>
              <a:rPr lang="en-IN" sz="1400" dirty="0" err="1">
                <a:latin typeface="Calibri" panose="020F0502020204030204" pitchFamily="34" charset="0"/>
                <a:ea typeface="Calibri" panose="020F0502020204030204" pitchFamily="34" charset="0"/>
                <a:cs typeface="Calibri" panose="020F0502020204030204" pitchFamily="34" charset="0"/>
              </a:rPr>
              <a:t>downcasting</a:t>
            </a:r>
            <a:r>
              <a:rPr lang="en-IN" sz="1400" dirty="0">
                <a:latin typeface="Calibri" panose="020F0502020204030204" pitchFamily="34" charset="0"/>
                <a:ea typeface="Calibri" panose="020F0502020204030204" pitchFamily="34" charset="0"/>
                <a:cs typeface="Calibri" panose="020F0502020204030204" pitchFamily="34" charset="0"/>
              </a:rPr>
              <a:t> is dangerous.</a:t>
            </a:r>
            <a:r>
              <a:rPr lang="en-IN" sz="1400" b="0" dirty="0">
                <a:latin typeface="Calibri" panose="020F0502020204030204" pitchFamily="34" charset="0"/>
                <a:ea typeface="Calibri" panose="020F0502020204030204" pitchFamily="34" charset="0"/>
                <a:cs typeface="Calibri" panose="020F0502020204030204" pitchFamily="34" charset="0"/>
              </a:rPr>
              <a:t> Storing a </a:t>
            </a:r>
            <a:r>
              <a:rPr lang="en-IN" sz="1400" b="0" dirty="0" err="1">
                <a:latin typeface="Calibri" panose="020F0502020204030204" pitchFamily="34" charset="0"/>
                <a:ea typeface="Calibri" panose="020F0502020204030204" pitchFamily="34" charset="0"/>
                <a:cs typeface="Calibri" panose="020F0502020204030204" pitchFamily="34" charset="0"/>
              </a:rPr>
              <a:t>WriteMiss</a:t>
            </a:r>
            <a:r>
              <a:rPr lang="en-IN" sz="1400" b="0" dirty="0">
                <a:latin typeface="Calibri" panose="020F0502020204030204" pitchFamily="34" charset="0"/>
                <a:ea typeface="Calibri" panose="020F0502020204030204" pitchFamily="34" charset="0"/>
                <a:cs typeface="Calibri" panose="020F0502020204030204" pitchFamily="34" charset="0"/>
              </a:rPr>
              <a:t> in a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 handle is always safe. Going the other way requires $cast, because the compiler cannot know at compile time what the object really is.</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$cast is a question, not a command.</a:t>
            </a:r>
            <a:r>
              <a:rPr lang="en-IN" sz="1400" b="0" dirty="0">
                <a:latin typeface="Calibri" panose="020F0502020204030204" pitchFamily="34" charset="0"/>
                <a:ea typeface="Calibri" panose="020F0502020204030204" pitchFamily="34" charset="0"/>
                <a:cs typeface="Calibri" panose="020F0502020204030204" pitchFamily="34" charset="0"/>
              </a:rPr>
              <a:t> It returns 1 if the object is compatible, 0 if not. Always check the return value. An unchecked $cast is no safer than a static cast.</a:t>
            </a:r>
          </a:p>
          <a:p>
            <a:pPr marL="342900" lvl="0" indent="-342900">
              <a:buClr>
                <a:srgbClr val="009999"/>
              </a:buClr>
              <a:buFont typeface="+mj-lt"/>
              <a:buAutoNum type="arabicPeriod"/>
            </a:pPr>
            <a:endParaRPr lang="en-IN" sz="1400" b="0" dirty="0">
              <a:latin typeface="Calibri" panose="020F0502020204030204" pitchFamily="34" charset="0"/>
              <a:ea typeface="Calibri" panose="020F0502020204030204" pitchFamily="34" charset="0"/>
              <a:cs typeface="Calibri" panose="020F0502020204030204" pitchFamily="34" charset="0"/>
            </a:endParaRPr>
          </a:p>
          <a:p>
            <a:pPr marL="342900" lvl="0" indent="-342900">
              <a:buClr>
                <a:srgbClr val="009999"/>
              </a:buClr>
              <a:buFont typeface="+mj-lt"/>
              <a:buAutoNum type="arabicPeriod"/>
            </a:pPr>
            <a:endParaRPr lang="en-IN" sz="1400" b="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6425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C184-92B7-F8FA-9C5C-8821BEC9E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63367-C524-B5E8-1DEA-A3E24CB2201F}"/>
              </a:ext>
            </a:extLst>
          </p:cNvPr>
          <p:cNvSpPr>
            <a:spLocks noGrp="1"/>
          </p:cNvSpPr>
          <p:nvPr>
            <p:ph type="title"/>
          </p:nvPr>
        </p:nvSpPr>
        <p:spPr>
          <a:xfrm>
            <a:off x="594729" y="184531"/>
            <a:ext cx="10515600" cy="524770"/>
          </a:xfrm>
        </p:spPr>
        <p:txBody>
          <a:bodyPr>
            <a:normAutofit/>
          </a:bodyPr>
          <a:lstStyle/>
          <a:p>
            <a:r>
              <a:rPr lang="en-IN" sz="3400" dirty="0"/>
              <a:t>LAB13: The Eviction Log</a:t>
            </a:r>
          </a:p>
        </p:txBody>
      </p:sp>
      <p:sp>
        <p:nvSpPr>
          <p:cNvPr id="4" name="Content Placeholder 3">
            <a:extLst>
              <a:ext uri="{FF2B5EF4-FFF2-40B4-BE49-F238E27FC236}">
                <a16:creationId xmlns:a16="http://schemas.microsoft.com/office/drawing/2014/main" id="{073FFB45-74C1-A66D-73FD-C1767496751D}"/>
              </a:ext>
            </a:extLst>
          </p:cNvPr>
          <p:cNvSpPr>
            <a:spLocks noGrp="1"/>
          </p:cNvSpPr>
          <p:nvPr>
            <p:ph idx="1"/>
          </p:nvPr>
        </p:nvSpPr>
        <p:spPr>
          <a:xfrm>
            <a:off x="594730" y="873354"/>
            <a:ext cx="10816982" cy="5386440"/>
          </a:xfrm>
        </p:spPr>
        <p:txBody>
          <a:bodyPr>
            <a:noAutofit/>
          </a:bodyPr>
          <a:lstStyle/>
          <a:p>
            <a:pPr marL="0" indent="0"/>
            <a:r>
              <a:rPr lang="en-IN" sz="1400" dirty="0">
                <a:latin typeface="Calibri" panose="020F0502020204030204" pitchFamily="34" charset="0"/>
                <a:ea typeface="Calibri" panose="020F0502020204030204" pitchFamily="34" charset="0"/>
                <a:cs typeface="Calibri" panose="020F0502020204030204" pitchFamily="34" charset="0"/>
              </a:rPr>
              <a:t>Difficulty</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i="1" dirty="0">
                <a:latin typeface="Calibri" panose="020F0502020204030204" pitchFamily="34" charset="0"/>
                <a:ea typeface="Calibri" panose="020F0502020204030204" pitchFamily="34" charset="0"/>
                <a:cs typeface="Calibri" panose="020F0502020204030204" pitchFamily="34" charset="0"/>
              </a:rPr>
              <a:t>Medium</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dirty="0">
                <a:latin typeface="Calibri" panose="020F0502020204030204" pitchFamily="34" charset="0"/>
                <a:ea typeface="Calibri" panose="020F0502020204030204" pitchFamily="34" charset="0"/>
                <a:cs typeface="Calibri" panose="020F0502020204030204" pitchFamily="34" charset="0"/>
              </a:rPr>
              <a:t>Concepts: </a:t>
            </a:r>
            <a:r>
              <a:rPr lang="en-IN" sz="1400" b="0" i="1" dirty="0">
                <a:latin typeface="Calibri" panose="020F0502020204030204" pitchFamily="34" charset="0"/>
                <a:ea typeface="Calibri" panose="020F0502020204030204" pitchFamily="34" charset="0"/>
                <a:cs typeface="Calibri" panose="020F0502020204030204" pitchFamily="34" charset="0"/>
              </a:rPr>
              <a:t>Shallow and Deep Copy</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cache controller from LAB12 evicts dirty lines. When a </a:t>
            </a:r>
            <a:r>
              <a:rPr lang="en-IN" sz="1400" b="0" i="1" dirty="0" err="1">
                <a:latin typeface="Calibri" panose="020F0502020204030204" pitchFamily="34" charset="0"/>
                <a:ea typeface="Calibri" panose="020F0502020204030204" pitchFamily="34" charset="0"/>
                <a:cs typeface="Calibri" panose="020F0502020204030204" pitchFamily="34" charset="0"/>
              </a:rPr>
              <a:t>WriteMiss</a:t>
            </a:r>
            <a:r>
              <a:rPr lang="en-IN" sz="1400" b="0" i="1" dirty="0">
                <a:latin typeface="Calibri" panose="020F0502020204030204" pitchFamily="34" charset="0"/>
                <a:ea typeface="Calibri" panose="020F0502020204030204" pitchFamily="34" charset="0"/>
                <a:cs typeface="Calibri" panose="020F0502020204030204" pitchFamily="34" charset="0"/>
              </a:rPr>
              <a:t> hits a slot that already holds valid dirty data, it saves the old line into </a:t>
            </a:r>
            <a:r>
              <a:rPr lang="en-IN" sz="1400" b="0" i="1" dirty="0" err="1">
                <a:latin typeface="Calibri" panose="020F0502020204030204" pitchFamily="34" charset="0"/>
                <a:ea typeface="Calibri" panose="020F0502020204030204" pitchFamily="34" charset="0"/>
                <a:cs typeface="Calibri" panose="020F0502020204030204" pitchFamily="34" charset="0"/>
              </a:rPr>
              <a:t>evicted_line</a:t>
            </a:r>
            <a:r>
              <a:rPr lang="en-IN" sz="1400" b="0" i="1" dirty="0">
                <a:latin typeface="Calibri" panose="020F0502020204030204" pitchFamily="34" charset="0"/>
                <a:ea typeface="Calibri" panose="020F0502020204030204" pitchFamily="34" charset="0"/>
                <a:cs typeface="Calibri" panose="020F0502020204030204" pitchFamily="34" charset="0"/>
              </a:rPr>
              <a:t> before overwriting. The scoreboard uses this saved line to verify that the evicted data was written back to main memory correctly.</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eviction logic in </a:t>
            </a:r>
            <a:r>
              <a:rPr lang="en-IN" sz="1400" b="0" i="1" dirty="0" err="1">
                <a:latin typeface="Calibri" panose="020F0502020204030204" pitchFamily="34" charset="0"/>
                <a:ea typeface="Calibri" panose="020F0502020204030204" pitchFamily="34" charset="0"/>
                <a:cs typeface="Calibri" panose="020F0502020204030204" pitchFamily="34" charset="0"/>
              </a:rPr>
              <a:t>WriteMiss.execute</a:t>
            </a:r>
            <a:r>
              <a:rPr lang="en-IN" sz="1400" b="0" i="1" dirty="0">
                <a:latin typeface="Calibri" panose="020F0502020204030204" pitchFamily="34" charset="0"/>
                <a:ea typeface="Calibri" panose="020F0502020204030204" pitchFamily="34" charset="0"/>
                <a:cs typeface="Calibri" panose="020F0502020204030204" pitchFamily="34" charset="0"/>
              </a:rPr>
              <a:t>() looks like this:</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                                                                                                              </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if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line.valid</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&amp;&amp;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line.dirty</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begin</a:t>
            </a:r>
          </a:p>
          <a:p>
            <a:pPr marL="4395788" lvl="3" indent="0" algn="just">
              <a:buNone/>
            </a:pP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evicted_line</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 new();</a:t>
            </a:r>
          </a:p>
          <a:p>
            <a:pPr marL="4395788" lvl="3" indent="0" algn="just">
              <a:buNone/>
            </a:pP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evicted_line.tag</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line.tag</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p>
          <a:p>
            <a:pPr marL="4395788" lvl="3" indent="0" algn="just">
              <a:buNone/>
            </a:pP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evicted_line.valid</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line.valid</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p>
          <a:p>
            <a:pPr marL="4395788" lvl="3" indent="0" algn="just">
              <a:buNone/>
            </a:pP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evicted_line.dirty</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line.dirty</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p>
          <a:p>
            <a:pPr marL="4395788" lvl="3" indent="0" algn="just">
              <a:buNone/>
            </a:pP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foreach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line.data</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i</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evicted_line.data</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i</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 = </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line.data</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r>
              <a:rPr lang="en-IN" sz="12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i</a:t>
            </a: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p>
          <a:p>
            <a:pPr marL="4395788" lvl="3" indent="0" algn="just">
              <a:buNone/>
            </a:pPr>
            <a:r>
              <a:rPr lang="en-IN" sz="1200" b="0" i="1" dirty="0">
                <a:solidFill>
                  <a:srgbClr val="009999"/>
                </a:solidFill>
                <a:latin typeface="Calibri" panose="020F0502020204030204" pitchFamily="34" charset="0"/>
                <a:ea typeface="Calibri" panose="020F0502020204030204" pitchFamily="34" charset="0"/>
                <a:cs typeface="Calibri" panose="020F0502020204030204" pitchFamily="34" charset="0"/>
              </a:rPr>
              <a:t>end</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Field-by-field copy. Every scalar and every array element copied individually. It works. The scoreboard reads </a:t>
            </a:r>
            <a:r>
              <a:rPr lang="en-IN" sz="1400" b="0" i="1" dirty="0" err="1">
                <a:latin typeface="Calibri" panose="020F0502020204030204" pitchFamily="34" charset="0"/>
                <a:ea typeface="Calibri" panose="020F0502020204030204" pitchFamily="34" charset="0"/>
                <a:cs typeface="Calibri" panose="020F0502020204030204" pitchFamily="34" charset="0"/>
              </a:rPr>
              <a:t>evicted_line</a:t>
            </a:r>
            <a:r>
              <a:rPr lang="en-IN" sz="1400" b="0" i="1" dirty="0">
                <a:latin typeface="Calibri" panose="020F0502020204030204" pitchFamily="34" charset="0"/>
                <a:ea typeface="Calibri" panose="020F0502020204030204" pitchFamily="34" charset="0"/>
                <a:cs typeface="Calibri" panose="020F0502020204030204" pitchFamily="34" charset="0"/>
              </a:rPr>
              <a:t> after the transaction completes and finds the old tag, the old dirty bit, the old data. Everything matches.</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Then the architecture team added a feature: </a:t>
            </a:r>
            <a:r>
              <a:rPr lang="en-IN" sz="1400" i="1" dirty="0">
                <a:latin typeface="Calibri" panose="020F0502020204030204" pitchFamily="34" charset="0"/>
                <a:ea typeface="Calibri" panose="020F0502020204030204" pitchFamily="34" charset="0"/>
                <a:cs typeface="Calibri" panose="020F0502020204030204" pitchFamily="34" charset="0"/>
              </a:rPr>
              <a:t>line metadata</a:t>
            </a:r>
            <a:r>
              <a:rPr lang="en-IN" sz="1400" b="0" i="1" dirty="0">
                <a:latin typeface="Calibri" panose="020F0502020204030204" pitchFamily="34" charset="0"/>
                <a:ea typeface="Calibri" panose="020F0502020204030204" pitchFamily="34" charset="0"/>
                <a:cs typeface="Calibri" panose="020F0502020204030204" pitchFamily="34" charset="0"/>
              </a:rPr>
              <a:t>. Each cache line now carries a pointer to a </a:t>
            </a:r>
            <a:r>
              <a:rPr lang="en-IN" sz="1400" b="0" i="1" dirty="0" err="1">
                <a:latin typeface="Calibri" panose="020F0502020204030204" pitchFamily="34" charset="0"/>
                <a:ea typeface="Calibri" panose="020F0502020204030204" pitchFamily="34" charset="0"/>
                <a:cs typeface="Calibri" panose="020F0502020204030204" pitchFamily="34" charset="0"/>
              </a:rPr>
              <a:t>LineMetadata</a:t>
            </a:r>
            <a:r>
              <a:rPr lang="en-IN" sz="1400" b="0" i="1" dirty="0">
                <a:latin typeface="Calibri" panose="020F0502020204030204" pitchFamily="34" charset="0"/>
                <a:ea typeface="Calibri" panose="020F0502020204030204" pitchFamily="34" charset="0"/>
                <a:cs typeface="Calibri" panose="020F0502020204030204" pitchFamily="34" charset="0"/>
              </a:rPr>
              <a:t> object that tracks access history - how many times the line has been read, how many times written, and the timestamp of the last access. The metadata is used by the replacement policy to decide which line to evict when the cache is full.</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a:t>
            </a:r>
            <a:r>
              <a:rPr lang="en-IN" sz="1400" b="0" i="1" dirty="0" err="1">
                <a:latin typeface="Calibri" panose="020F0502020204030204" pitchFamily="34" charset="0"/>
                <a:ea typeface="Calibri" panose="020F0502020204030204" pitchFamily="34" charset="0"/>
                <a:cs typeface="Calibri" panose="020F0502020204030204" pitchFamily="34" charset="0"/>
              </a:rPr>
              <a:t>CacheLine</a:t>
            </a:r>
            <a:r>
              <a:rPr lang="en-IN" sz="1400" b="0" i="1" dirty="0">
                <a:latin typeface="Calibri" panose="020F0502020204030204" pitchFamily="34" charset="0"/>
                <a:ea typeface="Calibri" panose="020F0502020204030204" pitchFamily="34" charset="0"/>
                <a:cs typeface="Calibri" panose="020F0502020204030204" pitchFamily="34" charset="0"/>
              </a:rPr>
              <a:t> class gained one new field:</a:t>
            </a:r>
          </a:p>
          <a:p>
            <a:pPr marL="1092528" lvl="8" indent="0" algn="just">
              <a:buNone/>
            </a:pPr>
            <a:r>
              <a:rPr lang="en-IN" sz="1400" b="0" i="1" dirty="0">
                <a:latin typeface="Calibri" panose="020F0502020204030204" pitchFamily="34" charset="0"/>
                <a:ea typeface="Calibri" panose="020F0502020204030204" pitchFamily="34" charset="0"/>
                <a:cs typeface="Calibri" panose="020F0502020204030204" pitchFamily="34" charset="0"/>
              </a:rPr>
              <a:t>                                                                                    </a:t>
            </a:r>
            <a:r>
              <a:rPr lang="en-IN" sz="1400" b="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LineMetadata</a:t>
            </a:r>
            <a:r>
              <a:rPr lang="en-IN" sz="1400" b="0" i="1" dirty="0">
                <a:solidFill>
                  <a:srgbClr val="009999"/>
                </a:solidFill>
                <a:latin typeface="Calibri" panose="020F0502020204030204" pitchFamily="34" charset="0"/>
                <a:ea typeface="Calibri" panose="020F0502020204030204" pitchFamily="34" charset="0"/>
                <a:cs typeface="Calibri" panose="020F0502020204030204" pitchFamily="34" charset="0"/>
              </a:rPr>
              <a:t> meta;</a:t>
            </a:r>
          </a:p>
          <a:p>
            <a:pPr marL="0" lvl="2" indent="11113" algn="just">
              <a:buNone/>
            </a:pPr>
            <a:endParaRPr lang="en-IN" sz="1200" b="0" i="1" dirty="0">
              <a:latin typeface="Calibri" panose="020F0502020204030204" pitchFamily="34" charset="0"/>
              <a:ea typeface="Calibri" panose="020F0502020204030204" pitchFamily="34" charset="0"/>
              <a:cs typeface="Calibri" panose="020F0502020204030204" pitchFamily="34" charset="0"/>
            </a:endParaRP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318365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3630A-E49D-1E3F-DAAB-719B59055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85B7D-6B6E-2620-BB4C-81A3B033CE71}"/>
              </a:ext>
            </a:extLst>
          </p:cNvPr>
          <p:cNvSpPr>
            <a:spLocks noGrp="1"/>
          </p:cNvSpPr>
          <p:nvPr>
            <p:ph type="title"/>
          </p:nvPr>
        </p:nvSpPr>
        <p:spPr>
          <a:xfrm>
            <a:off x="594729" y="184531"/>
            <a:ext cx="10515600" cy="524770"/>
          </a:xfrm>
        </p:spPr>
        <p:txBody>
          <a:bodyPr>
            <a:normAutofit/>
          </a:bodyPr>
          <a:lstStyle/>
          <a:p>
            <a:r>
              <a:rPr lang="en-IN" sz="3400" dirty="0"/>
              <a:t>LAB13: The Eviction Log</a:t>
            </a:r>
          </a:p>
        </p:txBody>
      </p:sp>
      <p:sp>
        <p:nvSpPr>
          <p:cNvPr id="4" name="Content Placeholder 3">
            <a:extLst>
              <a:ext uri="{FF2B5EF4-FFF2-40B4-BE49-F238E27FC236}">
                <a16:creationId xmlns:a16="http://schemas.microsoft.com/office/drawing/2014/main" id="{5655A90E-778F-4C3B-D501-FBBAFAE44FB6}"/>
              </a:ext>
            </a:extLst>
          </p:cNvPr>
          <p:cNvSpPr>
            <a:spLocks noGrp="1"/>
          </p:cNvSpPr>
          <p:nvPr>
            <p:ph idx="1"/>
          </p:nvPr>
        </p:nvSpPr>
        <p:spPr>
          <a:xfrm>
            <a:off x="594730" y="873354"/>
            <a:ext cx="10816982" cy="5386440"/>
          </a:xfrm>
        </p:spPr>
        <p:txBody>
          <a:bodyPr>
            <a:noAutofit/>
          </a:bodyPr>
          <a:lstStyle/>
          <a:p>
            <a:pPr marL="0" lvl="2" indent="11113" algn="just">
              <a:buNone/>
            </a:pPr>
            <a:r>
              <a:rPr lang="en-IN" sz="1400" i="1" dirty="0">
                <a:latin typeface="Calibri" panose="020F0502020204030204" pitchFamily="34" charset="0"/>
                <a:ea typeface="Calibri" panose="020F0502020204030204" pitchFamily="34" charset="0"/>
                <a:cs typeface="Calibri" panose="020F0502020204030204" pitchFamily="34" charset="0"/>
              </a:rPr>
              <a:t>The field-by-field copy in </a:t>
            </a:r>
            <a:r>
              <a:rPr lang="en-IN" sz="1400" i="1" dirty="0" err="1">
                <a:latin typeface="Calibri" panose="020F0502020204030204" pitchFamily="34" charset="0"/>
                <a:ea typeface="Calibri" panose="020F0502020204030204" pitchFamily="34" charset="0"/>
                <a:cs typeface="Calibri" panose="020F0502020204030204" pitchFamily="34" charset="0"/>
              </a:rPr>
              <a:t>WriteMiss</a:t>
            </a:r>
            <a:r>
              <a:rPr lang="en-IN" sz="1400" i="1" dirty="0">
                <a:latin typeface="Calibri" panose="020F0502020204030204" pitchFamily="34" charset="0"/>
                <a:ea typeface="Calibri" panose="020F0502020204030204" pitchFamily="34" charset="0"/>
                <a:cs typeface="Calibri" panose="020F0502020204030204" pitchFamily="34" charset="0"/>
              </a:rPr>
              <a:t> dutifully copied it:</a:t>
            </a:r>
          </a:p>
          <a:p>
            <a:pPr marL="0" lvl="2" indent="11113" algn="just">
              <a:buNone/>
            </a:pPr>
            <a:r>
              <a:rPr lang="en-IN" sz="1400" i="1" dirty="0">
                <a:latin typeface="Calibri" panose="020F0502020204030204" pitchFamily="34" charset="0"/>
                <a:ea typeface="Calibri" panose="020F0502020204030204" pitchFamily="34" charset="0"/>
                <a:cs typeface="Calibri" panose="020F0502020204030204" pitchFamily="34" charset="0"/>
              </a:rPr>
              <a:t>                                                                                                    </a:t>
            </a:r>
            <a:r>
              <a:rPr lang="en-IN" sz="1400" i="1" dirty="0" err="1">
                <a:solidFill>
                  <a:srgbClr val="009999"/>
                </a:solidFill>
                <a:latin typeface="Calibri" panose="020F0502020204030204" pitchFamily="34" charset="0"/>
                <a:ea typeface="Calibri" panose="020F0502020204030204" pitchFamily="34" charset="0"/>
                <a:cs typeface="Calibri" panose="020F0502020204030204" pitchFamily="34" charset="0"/>
              </a:rPr>
              <a:t>evicted_line.meta</a:t>
            </a:r>
            <a:r>
              <a:rPr lang="en-IN" sz="1400" i="1" dirty="0">
                <a:solidFill>
                  <a:srgbClr val="009999"/>
                </a:solidFill>
                <a:latin typeface="Calibri" panose="020F0502020204030204" pitchFamily="34" charset="0"/>
                <a:ea typeface="Calibri" panose="020F0502020204030204" pitchFamily="34" charset="0"/>
                <a:cs typeface="Calibri" panose="020F0502020204030204" pitchFamily="34" charset="0"/>
              </a:rPr>
              <a:t> = </a:t>
            </a:r>
            <a:r>
              <a:rPr lang="en-IN" sz="1400" i="1" dirty="0" err="1">
                <a:solidFill>
                  <a:srgbClr val="009999"/>
                </a:solidFill>
                <a:latin typeface="Calibri" panose="020F0502020204030204" pitchFamily="34" charset="0"/>
                <a:ea typeface="Calibri" panose="020F0502020204030204" pitchFamily="34" charset="0"/>
                <a:cs typeface="Calibri" panose="020F0502020204030204" pitchFamily="34" charset="0"/>
              </a:rPr>
              <a:t>line.meta</a:t>
            </a:r>
            <a:r>
              <a:rPr lang="en-IN" sz="1400" i="1" dirty="0">
                <a:solidFill>
                  <a:srgbClr val="009999"/>
                </a:solidFill>
                <a:latin typeface="Calibri" panose="020F0502020204030204" pitchFamily="34" charset="0"/>
                <a:ea typeface="Calibri" panose="020F0502020204030204" pitchFamily="34" charset="0"/>
                <a:cs typeface="Calibri" panose="020F0502020204030204" pitchFamily="34" charset="0"/>
              </a:rPr>
              <a:t>;</a:t>
            </a:r>
          </a:p>
          <a:p>
            <a:pPr marL="0" lvl="2" indent="11113" algn="just">
              <a:buNone/>
            </a:pPr>
            <a:endParaRPr lang="en-IN" sz="1400" i="1" dirty="0">
              <a:latin typeface="Calibri" panose="020F0502020204030204" pitchFamily="34" charset="0"/>
              <a:ea typeface="Calibri" panose="020F0502020204030204" pitchFamily="34" charset="0"/>
              <a:cs typeface="Calibri" panose="020F0502020204030204" pitchFamily="34" charset="0"/>
            </a:endParaRPr>
          </a:p>
          <a:p>
            <a:r>
              <a:rPr lang="en-IN" sz="1400" b="0" i="1" dirty="0">
                <a:latin typeface="Calibri" panose="020F0502020204030204" pitchFamily="34" charset="0"/>
                <a:ea typeface="Calibri" panose="020F0502020204030204" pitchFamily="34" charset="0"/>
                <a:cs typeface="Calibri" panose="020F0502020204030204" pitchFamily="34" charset="0"/>
              </a:rPr>
              <a:t>The scoreboard checked the evicted line's metadata immediately after eviction. It was correct. The test passed. Everyone moved on.</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Two weeks later, the replacement policy test failed. The evicted line's metadata showed 47 reads and 12 writes. The reference model said it should show 3 reads and 1 write - the counts from before eviction. The metadata had kept counting after the eviction, because the evicted line and the live line were sharing the same </a:t>
            </a:r>
            <a:r>
              <a:rPr lang="en-IN" sz="1400" b="0" i="1" dirty="0" err="1">
                <a:latin typeface="Calibri" panose="020F0502020204030204" pitchFamily="34" charset="0"/>
                <a:ea typeface="Calibri" panose="020F0502020204030204" pitchFamily="34" charset="0"/>
                <a:cs typeface="Calibri" panose="020F0502020204030204" pitchFamily="34" charset="0"/>
              </a:rPr>
              <a:t>LineMetadata</a:t>
            </a:r>
            <a:r>
              <a:rPr lang="en-IN" sz="1400" b="0" i="1" dirty="0">
                <a:latin typeface="Calibri" panose="020F0502020204030204" pitchFamily="34" charset="0"/>
                <a:ea typeface="Calibri" panose="020F0502020204030204" pitchFamily="34" charset="0"/>
                <a:cs typeface="Calibri" panose="020F0502020204030204" pitchFamily="34" charset="0"/>
              </a:rPr>
              <a:t> object. The copy had copied the handle, not the object.</a:t>
            </a:r>
          </a:p>
          <a:p>
            <a:pPr marL="0" lvl="2" indent="11113" algn="just">
              <a:buNone/>
            </a:pPr>
            <a:endParaRPr lang="en-IN" sz="1200" b="0" i="1" dirty="0">
              <a:latin typeface="Calibri" panose="020F0502020204030204" pitchFamily="34" charset="0"/>
              <a:ea typeface="Calibri" panose="020F0502020204030204" pitchFamily="34" charset="0"/>
              <a:cs typeface="Calibri" panose="020F0502020204030204" pitchFamily="34" charset="0"/>
            </a:endParaRP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885962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31A00-8EAB-80CE-1E7C-54394CE6B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07D9A-A83A-0A4A-89B2-D0CC43BB7B66}"/>
              </a:ext>
            </a:extLst>
          </p:cNvPr>
          <p:cNvSpPr>
            <a:spLocks noGrp="1"/>
          </p:cNvSpPr>
          <p:nvPr>
            <p:ph type="title"/>
          </p:nvPr>
        </p:nvSpPr>
        <p:spPr>
          <a:xfrm>
            <a:off x="594729" y="184531"/>
            <a:ext cx="10515600" cy="524770"/>
          </a:xfrm>
        </p:spPr>
        <p:txBody>
          <a:bodyPr>
            <a:normAutofit/>
          </a:bodyPr>
          <a:lstStyle/>
          <a:p>
            <a:r>
              <a:rPr lang="en-IN" sz="3400" dirty="0"/>
              <a:t>LAB13: System Requirements</a:t>
            </a:r>
          </a:p>
        </p:txBody>
      </p:sp>
      <p:sp>
        <p:nvSpPr>
          <p:cNvPr id="4" name="Content Placeholder 3">
            <a:extLst>
              <a:ext uri="{FF2B5EF4-FFF2-40B4-BE49-F238E27FC236}">
                <a16:creationId xmlns:a16="http://schemas.microsoft.com/office/drawing/2014/main" id="{584C23F0-6872-ACEF-AADF-B2FAC0F60F36}"/>
              </a:ext>
            </a:extLst>
          </p:cNvPr>
          <p:cNvSpPr>
            <a:spLocks noGrp="1"/>
          </p:cNvSpPr>
          <p:nvPr>
            <p:ph idx="1"/>
          </p:nvPr>
        </p:nvSpPr>
        <p:spPr>
          <a:xfrm>
            <a:off x="594730" y="873354"/>
            <a:ext cx="10816982" cy="5386440"/>
          </a:xfrm>
        </p:spPr>
        <p:txBody>
          <a:bodyPr>
            <a:noAutofit/>
          </a:bodyPr>
          <a:lstStyle/>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1</a:t>
            </a:r>
            <a:r>
              <a:rPr lang="en-IN" sz="1400" b="0" dirty="0">
                <a:latin typeface="Calibri" panose="020F0502020204030204" pitchFamily="34" charset="0"/>
                <a:ea typeface="Calibri" panose="020F0502020204030204" pitchFamily="34" charset="0"/>
                <a:cs typeface="Calibri" panose="020F0502020204030204" pitchFamily="34" charset="0"/>
              </a:rPr>
              <a:t> - Build </a:t>
            </a:r>
            <a:r>
              <a:rPr lang="en-IN" sz="1400" b="0" dirty="0" err="1">
                <a:latin typeface="Calibri" panose="020F0502020204030204" pitchFamily="34" charset="0"/>
                <a:ea typeface="Calibri" panose="020F0502020204030204" pitchFamily="34" charset="0"/>
                <a:cs typeface="Calibri" panose="020F0502020204030204" pitchFamily="34" charset="0"/>
              </a:rPr>
              <a:t>LineMetadata</a:t>
            </a:r>
            <a:r>
              <a:rPr lang="en-IN" sz="1400" b="0" dirty="0">
                <a:latin typeface="Calibri" panose="020F0502020204030204" pitchFamily="34" charset="0"/>
                <a:ea typeface="Calibri" panose="020F0502020204030204" pitchFamily="34" charset="0"/>
                <a:cs typeface="Calibri" panose="020F0502020204030204" pitchFamily="34" charset="0"/>
              </a:rPr>
              <a:t>. Tracks read count, write count, and last access timestamp. Must be constructable and displayable.</a:t>
            </a:r>
          </a:p>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2</a:t>
            </a:r>
            <a:r>
              <a:rPr lang="en-IN" sz="1400" b="0" dirty="0">
                <a:latin typeface="Calibri" panose="020F0502020204030204" pitchFamily="34" charset="0"/>
                <a:ea typeface="Calibri" panose="020F0502020204030204" pitchFamily="34" charset="0"/>
                <a:cs typeface="Calibri" panose="020F0502020204030204" pitchFamily="34" charset="0"/>
              </a:rPr>
              <a:t> - Add a </a:t>
            </a:r>
            <a:r>
              <a:rPr lang="en-IN" sz="1400" b="0" dirty="0" err="1">
                <a:latin typeface="Calibri" panose="020F0502020204030204" pitchFamily="34" charset="0"/>
                <a:ea typeface="Calibri" panose="020F0502020204030204" pitchFamily="34" charset="0"/>
                <a:cs typeface="Calibri" panose="020F0502020204030204" pitchFamily="34" charset="0"/>
              </a:rPr>
              <a:t>LineMetadata</a:t>
            </a:r>
            <a:r>
              <a:rPr lang="en-IN" sz="1400" b="0" dirty="0">
                <a:latin typeface="Calibri" panose="020F0502020204030204" pitchFamily="34" charset="0"/>
                <a:ea typeface="Calibri" panose="020F0502020204030204" pitchFamily="34" charset="0"/>
                <a:cs typeface="Calibri" panose="020F0502020204030204" pitchFamily="34" charset="0"/>
              </a:rPr>
              <a:t> handle to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Update </a:t>
            </a:r>
            <a:r>
              <a:rPr lang="en-IN" sz="1400" b="0" dirty="0" err="1">
                <a:latin typeface="Calibri" panose="020F0502020204030204" pitchFamily="34" charset="0"/>
                <a:ea typeface="Calibri" panose="020F0502020204030204" pitchFamily="34" charset="0"/>
                <a:cs typeface="Calibri" panose="020F0502020204030204" pitchFamily="34" charset="0"/>
              </a:rPr>
              <a:t>CacheLine's</a:t>
            </a:r>
            <a:r>
              <a:rPr lang="en-IN" sz="1400" b="0" dirty="0">
                <a:latin typeface="Calibri" panose="020F0502020204030204" pitchFamily="34" charset="0"/>
                <a:ea typeface="Calibri" panose="020F0502020204030204" pitchFamily="34" charset="0"/>
                <a:cs typeface="Calibri" panose="020F0502020204030204" pitchFamily="34" charset="0"/>
              </a:rPr>
              <a:t> constructor to create a fresh metadata object. Update display() to include metadata.</a:t>
            </a:r>
          </a:p>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3</a:t>
            </a:r>
            <a:r>
              <a:rPr lang="en-IN" sz="1400" b="0" dirty="0">
                <a:latin typeface="Calibri" panose="020F0502020204030204" pitchFamily="34" charset="0"/>
                <a:ea typeface="Calibri" panose="020F0502020204030204" pitchFamily="34" charset="0"/>
                <a:cs typeface="Calibri" panose="020F0502020204030204" pitchFamily="34" charset="0"/>
              </a:rPr>
              <a:t> - Write a copy() method on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that performs a </a:t>
            </a:r>
            <a:r>
              <a:rPr lang="en-IN" sz="1400" dirty="0">
                <a:latin typeface="Calibri" panose="020F0502020204030204" pitchFamily="34" charset="0"/>
                <a:ea typeface="Calibri" panose="020F0502020204030204" pitchFamily="34" charset="0"/>
                <a:cs typeface="Calibri" panose="020F0502020204030204" pitchFamily="34" charset="0"/>
              </a:rPr>
              <a:t>shallow copy</a:t>
            </a:r>
            <a:r>
              <a:rPr lang="en-IN" sz="1400" b="0" dirty="0">
                <a:latin typeface="Calibri" panose="020F0502020204030204" pitchFamily="34" charset="0"/>
                <a:ea typeface="Calibri" panose="020F0502020204030204" pitchFamily="34" charset="0"/>
                <a:cs typeface="Calibri" panose="020F0502020204030204" pitchFamily="34" charset="0"/>
              </a:rPr>
              <a:t>. Returns a new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with all fields duplicated - but handle fields copied as handles.</a:t>
            </a:r>
          </a:p>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4</a:t>
            </a:r>
            <a:r>
              <a:rPr lang="en-IN" sz="1400" b="0" dirty="0">
                <a:latin typeface="Calibri" panose="020F0502020204030204" pitchFamily="34" charset="0"/>
                <a:ea typeface="Calibri" panose="020F0502020204030204" pitchFamily="34" charset="0"/>
                <a:cs typeface="Calibri" panose="020F0502020204030204" pitchFamily="34" charset="0"/>
              </a:rPr>
              <a:t> - Testbench: create a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increment its metadata counters, shallow-copy it, then continue incrementing the original's metadata. Print both. Observe that the copy's metadata changed too. Explain why.</a:t>
            </a:r>
          </a:p>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5</a:t>
            </a:r>
            <a:r>
              <a:rPr lang="en-IN" sz="1400" b="0" dirty="0">
                <a:latin typeface="Calibri" panose="020F0502020204030204" pitchFamily="34" charset="0"/>
                <a:ea typeface="Calibri" panose="020F0502020204030204" pitchFamily="34" charset="0"/>
                <a:cs typeface="Calibri" panose="020F0502020204030204" pitchFamily="34" charset="0"/>
              </a:rPr>
              <a:t> - Write a </a:t>
            </a:r>
            <a:r>
              <a:rPr lang="en-IN" sz="1400" b="0" dirty="0" err="1">
                <a:latin typeface="Calibri" panose="020F0502020204030204" pitchFamily="34" charset="0"/>
                <a:ea typeface="Calibri" panose="020F0502020204030204" pitchFamily="34" charset="0"/>
                <a:cs typeface="Calibri" panose="020F0502020204030204" pitchFamily="34" charset="0"/>
              </a:rPr>
              <a:t>deep_copy</a:t>
            </a:r>
            <a:r>
              <a:rPr lang="en-IN" sz="1400" b="0" dirty="0">
                <a:latin typeface="Calibri" panose="020F0502020204030204" pitchFamily="34" charset="0"/>
                <a:ea typeface="Calibri" panose="020F0502020204030204" pitchFamily="34" charset="0"/>
                <a:cs typeface="Calibri" panose="020F0502020204030204" pitchFamily="34" charset="0"/>
              </a:rPr>
              <a:t>() method on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that performs a </a:t>
            </a:r>
            <a:r>
              <a:rPr lang="en-IN" sz="1400" dirty="0">
                <a:latin typeface="Calibri" panose="020F0502020204030204" pitchFamily="34" charset="0"/>
                <a:ea typeface="Calibri" panose="020F0502020204030204" pitchFamily="34" charset="0"/>
                <a:cs typeface="Calibri" panose="020F0502020204030204" pitchFamily="34" charset="0"/>
              </a:rPr>
              <a:t>deep copy</a:t>
            </a:r>
            <a:r>
              <a:rPr lang="en-IN" sz="1400" b="0" dirty="0">
                <a:latin typeface="Calibri" panose="020F0502020204030204" pitchFamily="34" charset="0"/>
                <a:ea typeface="Calibri" panose="020F0502020204030204" pitchFamily="34" charset="0"/>
                <a:cs typeface="Calibri" panose="020F0502020204030204" pitchFamily="34" charset="0"/>
              </a:rPr>
              <a:t>. Handle fields must point to new, independent objects with the same values.</a:t>
            </a:r>
          </a:p>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6</a:t>
            </a:r>
            <a:r>
              <a:rPr lang="en-IN" sz="1400" b="0" dirty="0">
                <a:latin typeface="Calibri" panose="020F0502020204030204" pitchFamily="34" charset="0"/>
                <a:ea typeface="Calibri" panose="020F0502020204030204" pitchFamily="34" charset="0"/>
                <a:cs typeface="Calibri" panose="020F0502020204030204" pitchFamily="34" charset="0"/>
              </a:rPr>
              <a:t> - Testbench: repeat Task 4 using </a:t>
            </a:r>
            <a:r>
              <a:rPr lang="en-IN" sz="1400" b="0" dirty="0" err="1">
                <a:latin typeface="Calibri" panose="020F0502020204030204" pitchFamily="34" charset="0"/>
                <a:ea typeface="Calibri" panose="020F0502020204030204" pitchFamily="34" charset="0"/>
                <a:cs typeface="Calibri" panose="020F0502020204030204" pitchFamily="34" charset="0"/>
              </a:rPr>
              <a:t>deep_copy</a:t>
            </a:r>
            <a:r>
              <a:rPr lang="en-IN" sz="1400" b="0" dirty="0">
                <a:latin typeface="Calibri" panose="020F0502020204030204" pitchFamily="34" charset="0"/>
                <a:ea typeface="Calibri" panose="020F0502020204030204" pitchFamily="34" charset="0"/>
                <a:cs typeface="Calibri" panose="020F0502020204030204" pitchFamily="34" charset="0"/>
              </a:rPr>
              <a:t>(). Confirm the copy's metadata is frozen at the values it had when the copy was made. The original and the copy are fully independent.</a:t>
            </a:r>
          </a:p>
          <a:p>
            <a:pPr lvl="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Task 7</a:t>
            </a:r>
            <a:r>
              <a:rPr lang="en-IN" sz="1400" b="0" dirty="0">
                <a:latin typeface="Calibri" panose="020F0502020204030204" pitchFamily="34" charset="0"/>
                <a:ea typeface="Calibri" panose="020F0502020204030204" pitchFamily="34" charset="0"/>
                <a:cs typeface="Calibri" panose="020F0502020204030204" pitchFamily="34" charset="0"/>
              </a:rPr>
              <a:t> - Integrate into </a:t>
            </a:r>
            <a:r>
              <a:rPr lang="en-IN" sz="1400" b="0" dirty="0" err="1">
                <a:latin typeface="Calibri" panose="020F0502020204030204" pitchFamily="34" charset="0"/>
                <a:ea typeface="Calibri" panose="020F0502020204030204" pitchFamily="34" charset="0"/>
                <a:cs typeface="Calibri" panose="020F0502020204030204" pitchFamily="34" charset="0"/>
              </a:rPr>
              <a:t>WriteMiss</a:t>
            </a:r>
            <a:r>
              <a:rPr lang="en-IN" sz="1400" b="0" dirty="0">
                <a:latin typeface="Calibri" panose="020F0502020204030204" pitchFamily="34" charset="0"/>
                <a:ea typeface="Calibri" panose="020F0502020204030204" pitchFamily="34" charset="0"/>
                <a:cs typeface="Calibri" panose="020F0502020204030204" pitchFamily="34" charset="0"/>
              </a:rPr>
              <a:t>. Replace the field-by-field eviction copy with </a:t>
            </a:r>
            <a:r>
              <a:rPr lang="en-IN" sz="1400" b="0" dirty="0" err="1">
                <a:latin typeface="Calibri" panose="020F0502020204030204" pitchFamily="34" charset="0"/>
                <a:ea typeface="Calibri" panose="020F0502020204030204" pitchFamily="34" charset="0"/>
                <a:cs typeface="Calibri" panose="020F0502020204030204" pitchFamily="34" charset="0"/>
              </a:rPr>
              <a:t>deep_copy</a:t>
            </a:r>
            <a:r>
              <a:rPr lang="en-IN" sz="1400" b="0" dirty="0">
                <a:latin typeface="Calibri" panose="020F0502020204030204" pitchFamily="34" charset="0"/>
                <a:ea typeface="Calibri" panose="020F0502020204030204" pitchFamily="34" charset="0"/>
                <a:cs typeface="Calibri" panose="020F0502020204030204" pitchFamily="34" charset="0"/>
              </a:rPr>
              <a:t>(). Run the full polymorphic controller loop. Confirm the evicted line's metadata does not change when the live line's metadata is updated afterward.</a:t>
            </a: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937388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1BA15-5588-D1E8-E9EE-ADBD9408C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F309C-2450-37BE-114F-E0E128E1B287}"/>
              </a:ext>
            </a:extLst>
          </p:cNvPr>
          <p:cNvSpPr>
            <a:spLocks noGrp="1"/>
          </p:cNvSpPr>
          <p:nvPr>
            <p:ph type="title"/>
          </p:nvPr>
        </p:nvSpPr>
        <p:spPr>
          <a:xfrm>
            <a:off x="594729" y="184531"/>
            <a:ext cx="10515600" cy="524770"/>
          </a:xfrm>
        </p:spPr>
        <p:txBody>
          <a:bodyPr>
            <a:normAutofit/>
          </a:bodyPr>
          <a:lstStyle/>
          <a:p>
            <a:r>
              <a:rPr lang="en-IN" sz="3400" dirty="0"/>
              <a:t>LAB13: Key Learnings</a:t>
            </a:r>
          </a:p>
        </p:txBody>
      </p:sp>
      <p:sp>
        <p:nvSpPr>
          <p:cNvPr id="4" name="Content Placeholder 3">
            <a:extLst>
              <a:ext uri="{FF2B5EF4-FFF2-40B4-BE49-F238E27FC236}">
                <a16:creationId xmlns:a16="http://schemas.microsoft.com/office/drawing/2014/main" id="{6BADAF70-42F5-AE55-9850-59D8DAC8B374}"/>
              </a:ext>
            </a:extLst>
          </p:cNvPr>
          <p:cNvSpPr>
            <a:spLocks noGrp="1"/>
          </p:cNvSpPr>
          <p:nvPr>
            <p:ph idx="1"/>
          </p:nvPr>
        </p:nvSpPr>
        <p:spPr>
          <a:xfrm>
            <a:off x="594730" y="873354"/>
            <a:ext cx="10816982" cy="5386440"/>
          </a:xfrm>
        </p:spPr>
        <p:txBody>
          <a:bodyPr>
            <a:noAutofit/>
          </a:bodyPr>
          <a:lstStyle/>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Shallow copy is the default trap.</a:t>
            </a:r>
            <a:r>
              <a:rPr lang="en-IN" sz="1400" b="0" dirty="0">
                <a:latin typeface="Calibri" panose="020F0502020204030204" pitchFamily="34" charset="0"/>
                <a:ea typeface="Calibri" panose="020F0502020204030204" pitchFamily="34" charset="0"/>
                <a:cs typeface="Calibri" panose="020F0502020204030204" pitchFamily="34" charset="0"/>
              </a:rPr>
              <a:t> Copying an object field by field or through simple assignment gives you a new shell around shared guts. It works until someone mutates the shared part.</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The bug is silent and delayed.</a:t>
            </a:r>
            <a:r>
              <a:rPr lang="en-IN" sz="1400" b="0" dirty="0">
                <a:latin typeface="Calibri" panose="020F0502020204030204" pitchFamily="34" charset="0"/>
                <a:ea typeface="Calibri" panose="020F0502020204030204" pitchFamily="34" charset="0"/>
                <a:cs typeface="Calibri" panose="020F0502020204030204" pitchFamily="34" charset="0"/>
              </a:rPr>
              <a:t> The shallow copy passes every check at the moment of copying. The corruption appears later, when the original changes and the copy changes with it. The distance between cause and symptom makes it hard to debug.</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Deep copy is a method, not a language feature.</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SystemVerilog</a:t>
            </a:r>
            <a:r>
              <a:rPr lang="en-IN" sz="1400" b="0" dirty="0">
                <a:latin typeface="Calibri" panose="020F0502020204030204" pitchFamily="34" charset="0"/>
                <a:ea typeface="Calibri" panose="020F0502020204030204" pitchFamily="34" charset="0"/>
                <a:cs typeface="Calibri" panose="020F0502020204030204" pitchFamily="34" charset="0"/>
              </a:rPr>
              <a:t> has no built-in deep copy. You write it yourself. Every class that contains handles must decide: does copy() copy the handle or the object behind it?</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The LAB12 copy worked by accident.</a:t>
            </a:r>
            <a:r>
              <a:rPr lang="en-IN" sz="1400" b="0" dirty="0">
                <a:latin typeface="Calibri" panose="020F0502020204030204" pitchFamily="34" charset="0"/>
                <a:ea typeface="Calibri" panose="020F0502020204030204" pitchFamily="34" charset="0"/>
                <a:cs typeface="Calibri" panose="020F0502020204030204" pitchFamily="34" charset="0"/>
              </a:rPr>
              <a:t> It was shallow, but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had no handle fields. The moment a handle field was added, the copy broke. Code that works by accident breaks by surprise.</a:t>
            </a: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027905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3EE6A-9A67-072D-68AC-122EE06FB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B2F00-5E34-2A31-27AF-E8EF80560445}"/>
              </a:ext>
            </a:extLst>
          </p:cNvPr>
          <p:cNvSpPr>
            <a:spLocks noGrp="1"/>
          </p:cNvSpPr>
          <p:nvPr>
            <p:ph type="title"/>
          </p:nvPr>
        </p:nvSpPr>
        <p:spPr>
          <a:xfrm>
            <a:off x="594729" y="184531"/>
            <a:ext cx="10515600" cy="524770"/>
          </a:xfrm>
        </p:spPr>
        <p:txBody>
          <a:bodyPr>
            <a:normAutofit/>
          </a:bodyPr>
          <a:lstStyle/>
          <a:p>
            <a:r>
              <a:rPr lang="en-IN" sz="3400" dirty="0"/>
              <a:t>LAB14: The Rigid Line</a:t>
            </a:r>
          </a:p>
        </p:txBody>
      </p:sp>
      <p:sp>
        <p:nvSpPr>
          <p:cNvPr id="4" name="Content Placeholder 3">
            <a:extLst>
              <a:ext uri="{FF2B5EF4-FFF2-40B4-BE49-F238E27FC236}">
                <a16:creationId xmlns:a16="http://schemas.microsoft.com/office/drawing/2014/main" id="{9315D6B4-EC95-40AC-F59E-D73DBE1B473A}"/>
              </a:ext>
            </a:extLst>
          </p:cNvPr>
          <p:cNvSpPr>
            <a:spLocks noGrp="1"/>
          </p:cNvSpPr>
          <p:nvPr>
            <p:ph idx="1"/>
          </p:nvPr>
        </p:nvSpPr>
        <p:spPr>
          <a:xfrm>
            <a:off x="594730" y="873354"/>
            <a:ext cx="10816982" cy="5386440"/>
          </a:xfrm>
        </p:spPr>
        <p:txBody>
          <a:bodyPr>
            <a:noAutofit/>
          </a:bodyPr>
          <a:lstStyle/>
          <a:p>
            <a:pPr marL="0" indent="0"/>
            <a:r>
              <a:rPr lang="en-IN" sz="1400" dirty="0">
                <a:latin typeface="Calibri" panose="020F0502020204030204" pitchFamily="34" charset="0"/>
                <a:ea typeface="Calibri" panose="020F0502020204030204" pitchFamily="34" charset="0"/>
                <a:cs typeface="Calibri" panose="020F0502020204030204" pitchFamily="34" charset="0"/>
              </a:rPr>
              <a:t>Difficulty</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i="1" dirty="0">
                <a:latin typeface="Calibri" panose="020F0502020204030204" pitchFamily="34" charset="0"/>
                <a:ea typeface="Calibri" panose="020F0502020204030204" pitchFamily="34" charset="0"/>
                <a:cs typeface="Calibri" panose="020F0502020204030204" pitchFamily="34" charset="0"/>
              </a:rPr>
              <a:t>Medium</a:t>
            </a:r>
            <a:br>
              <a:rPr lang="en-IN" sz="1400" b="0" dirty="0">
                <a:latin typeface="Calibri" panose="020F0502020204030204" pitchFamily="34" charset="0"/>
                <a:ea typeface="Calibri" panose="020F0502020204030204" pitchFamily="34" charset="0"/>
                <a:cs typeface="Calibri" panose="020F0502020204030204" pitchFamily="34" charset="0"/>
              </a:rPr>
            </a:br>
            <a:r>
              <a:rPr lang="en-IN" sz="1400" dirty="0">
                <a:latin typeface="Calibri" panose="020F0502020204030204" pitchFamily="34" charset="0"/>
                <a:ea typeface="Calibri" panose="020F0502020204030204" pitchFamily="34" charset="0"/>
                <a:cs typeface="Calibri" panose="020F0502020204030204" pitchFamily="34" charset="0"/>
              </a:rPr>
              <a:t>Concepts: </a:t>
            </a:r>
            <a:r>
              <a:rPr lang="en-IN" sz="1400" b="0" i="1" dirty="0">
                <a:latin typeface="Calibri" panose="020F0502020204030204" pitchFamily="34" charset="0"/>
                <a:ea typeface="Calibri" panose="020F0502020204030204" pitchFamily="34" charset="0"/>
                <a:cs typeface="Calibri" panose="020F0502020204030204" pitchFamily="34" charset="0"/>
              </a:rPr>
              <a:t>Parameterized classes</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cache controller from LAB13 works. The L1 cache runs at full speed. The eviction logic preserves metadata through deep copies. The scoreboard matches every writeback.</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Then the architecture team added an L2 cache.</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L1 has 64-byte lines and 32-bit tags. The L2 has 128-byte lines and 48-bit tags. The replacement policy team wants to test both with the same controller logic, the same transaction types, the same scoreboard. The only things that differ are the dimensions.</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first engineer copied every class. CacheLine_L1 with byte data[64] and bit [31:0] tag. CacheLine_L2 with byte data[128] and bit [47:0] tag. Then CacheTransaction_L1 and CacheTransaction_L2. Then ReadHit_L1 and ReadHit_L2. Then WriteMiss_L1 and WriteMiss_L2. Each pair identical except for two numbers.</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The LAB11 lesson was supposed to prevent this. Copy-paste killed the DMA driver. It is killing the cache controller the same way. A bug fix in ReadMiss_L1.execute() was never ported to ReadMiss_L2.execute(). The L2 scoreboard drifted for a week before anyone noticed.</a:t>
            </a:r>
          </a:p>
          <a:p>
            <a:pPr marL="0" indent="0" algn="just"/>
            <a:r>
              <a:rPr lang="en-IN" sz="1400" i="1" dirty="0">
                <a:latin typeface="Calibri" panose="020F0502020204030204" pitchFamily="34" charset="0"/>
                <a:ea typeface="Calibri" panose="020F0502020204030204" pitchFamily="34" charset="0"/>
                <a:cs typeface="Calibri" panose="020F0502020204030204" pitchFamily="34" charset="0"/>
              </a:rPr>
              <a:t>Architecture's mandate:</a:t>
            </a:r>
          </a:p>
          <a:p>
            <a:pPr marL="0" indent="0" algn="just"/>
            <a:r>
              <a:rPr lang="en-IN" sz="1400" b="0" i="1" dirty="0">
                <a:latin typeface="Calibri" panose="020F0502020204030204" pitchFamily="34" charset="0"/>
                <a:ea typeface="Calibri" panose="020F0502020204030204" pitchFamily="34" charset="0"/>
                <a:cs typeface="Calibri" panose="020F0502020204030204" pitchFamily="34" charset="0"/>
              </a:rPr>
              <a:t>One set of classes. The line size and tag width are parameters, not constants. A 64-byte/32-bit cache and a 128-byte/48-bit cache must come from the same source code. No duplication.</a:t>
            </a:r>
          </a:p>
          <a:p>
            <a:pPr marL="0" indent="0"/>
            <a:endParaRPr lang="en-IN" sz="1400" b="0" i="1" dirty="0">
              <a:latin typeface="Calibri" panose="020F0502020204030204" pitchFamily="34" charset="0"/>
              <a:ea typeface="Calibri" panose="020F0502020204030204" pitchFamily="34" charset="0"/>
              <a:cs typeface="Calibri" panose="020F0502020204030204" pitchFamily="34" charset="0"/>
            </a:endParaRPr>
          </a:p>
          <a:p>
            <a:pPr marL="0" lvl="2" indent="11113" algn="just">
              <a:buNone/>
            </a:pPr>
            <a:endParaRPr lang="en-IN" sz="1200" b="0" i="1" dirty="0">
              <a:latin typeface="Calibri" panose="020F0502020204030204" pitchFamily="34" charset="0"/>
              <a:ea typeface="Calibri" panose="020F0502020204030204" pitchFamily="34" charset="0"/>
              <a:cs typeface="Calibri" panose="020F0502020204030204" pitchFamily="34" charset="0"/>
            </a:endParaRP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480854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4279-DB10-DD06-40AB-E480DA090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1DA58-7174-A01F-AA4D-AD2B80EC5623}"/>
              </a:ext>
            </a:extLst>
          </p:cNvPr>
          <p:cNvSpPr>
            <a:spLocks noGrp="1"/>
          </p:cNvSpPr>
          <p:nvPr>
            <p:ph type="title"/>
          </p:nvPr>
        </p:nvSpPr>
        <p:spPr>
          <a:xfrm>
            <a:off x="594729" y="184531"/>
            <a:ext cx="10515600" cy="524770"/>
          </a:xfrm>
        </p:spPr>
        <p:txBody>
          <a:bodyPr>
            <a:normAutofit/>
          </a:bodyPr>
          <a:lstStyle/>
          <a:p>
            <a:r>
              <a:rPr lang="en-IN" sz="3400" dirty="0"/>
              <a:t>LAB14: System Requirements</a:t>
            </a:r>
          </a:p>
        </p:txBody>
      </p:sp>
      <p:sp>
        <p:nvSpPr>
          <p:cNvPr id="4" name="Content Placeholder 3">
            <a:extLst>
              <a:ext uri="{FF2B5EF4-FFF2-40B4-BE49-F238E27FC236}">
                <a16:creationId xmlns:a16="http://schemas.microsoft.com/office/drawing/2014/main" id="{BA8EED3C-CCFC-3F48-DC3B-98D5FA789CDB}"/>
              </a:ext>
            </a:extLst>
          </p:cNvPr>
          <p:cNvSpPr>
            <a:spLocks noGrp="1"/>
          </p:cNvSpPr>
          <p:nvPr>
            <p:ph idx="1"/>
          </p:nvPr>
        </p:nvSpPr>
        <p:spPr>
          <a:xfrm>
            <a:off x="594730" y="873354"/>
            <a:ext cx="10816982" cy="5386440"/>
          </a:xfrm>
        </p:spPr>
        <p:txBody>
          <a:bodyPr>
            <a:noAutofit/>
          </a:bodyPr>
          <a:lstStyle/>
          <a:p>
            <a:pPr marL="285750" lvl="0" indent="-285750" algn="just">
              <a:buClr>
                <a:srgbClr val="009999"/>
              </a:buClr>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Task 1</a:t>
            </a:r>
            <a:r>
              <a:rPr lang="en-IN" sz="1400" b="0" dirty="0">
                <a:latin typeface="Calibri" panose="020F0502020204030204" pitchFamily="34" charset="0"/>
                <a:ea typeface="Calibri" panose="020F0502020204030204" pitchFamily="34" charset="0"/>
                <a:cs typeface="Calibri" panose="020F0502020204030204" pitchFamily="34" charset="0"/>
              </a:rPr>
              <a:t> - Parameterize </a:t>
            </a:r>
            <a:r>
              <a:rPr lang="en-IN" sz="1400" b="0" dirty="0" err="1">
                <a:latin typeface="Calibri" panose="020F0502020204030204" pitchFamily="34" charset="0"/>
                <a:ea typeface="Calibri" panose="020F0502020204030204" pitchFamily="34" charset="0"/>
                <a:cs typeface="Calibri" panose="020F0502020204030204" pitchFamily="34" charset="0"/>
              </a:rPr>
              <a:t>LineMetadata</a:t>
            </a:r>
            <a:r>
              <a:rPr lang="en-IN" sz="1400" b="0" dirty="0">
                <a:latin typeface="Calibri" panose="020F0502020204030204" pitchFamily="34" charset="0"/>
                <a:ea typeface="Calibri" panose="020F0502020204030204" pitchFamily="34" charset="0"/>
                <a:cs typeface="Calibri" panose="020F0502020204030204" pitchFamily="34" charset="0"/>
              </a:rPr>
              <a:t>. Add a type parameter that controls the timestamp type. Default: int unsigned. This allows a high-resolution cache to use </a:t>
            </a:r>
            <a:r>
              <a:rPr lang="en-IN" sz="1400" b="0" dirty="0" err="1">
                <a:latin typeface="Calibri" panose="020F0502020204030204" pitchFamily="34" charset="0"/>
                <a:ea typeface="Calibri" panose="020F0502020204030204" pitchFamily="34" charset="0"/>
                <a:cs typeface="Calibri" panose="020F0502020204030204" pitchFamily="34" charset="0"/>
              </a:rPr>
              <a:t>longint</a:t>
            </a:r>
            <a:r>
              <a:rPr lang="en-IN" sz="1400" b="0" dirty="0">
                <a:latin typeface="Calibri" panose="020F0502020204030204" pitchFamily="34" charset="0"/>
                <a:ea typeface="Calibri" panose="020F0502020204030204" pitchFamily="34" charset="0"/>
                <a:cs typeface="Calibri" panose="020F0502020204030204" pitchFamily="34" charset="0"/>
              </a:rPr>
              <a:t> unsigned without changing the class.</a:t>
            </a:r>
          </a:p>
          <a:p>
            <a:pPr marL="285750" lvl="0" indent="-285750" algn="just">
              <a:buClr>
                <a:srgbClr val="009999"/>
              </a:buClr>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Task 2</a:t>
            </a:r>
            <a:r>
              <a:rPr lang="en-IN" sz="1400" b="0" dirty="0">
                <a:latin typeface="Calibri" panose="020F0502020204030204" pitchFamily="34" charset="0"/>
                <a:ea typeface="Calibri" panose="020F0502020204030204" pitchFamily="34" charset="0"/>
                <a:cs typeface="Calibri" panose="020F0502020204030204" pitchFamily="34" charset="0"/>
              </a:rPr>
              <a:t> - Parameterize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Two value parameters: LINE_BYTES (default 64) and TAG_WIDTH (default 32). The data array size and tag field width must come from the parameters. The copy(), </a:t>
            </a:r>
            <a:r>
              <a:rPr lang="en-IN" sz="1400" b="0" dirty="0" err="1">
                <a:latin typeface="Calibri" panose="020F0502020204030204" pitchFamily="34" charset="0"/>
                <a:ea typeface="Calibri" panose="020F0502020204030204" pitchFamily="34" charset="0"/>
                <a:cs typeface="Calibri" panose="020F0502020204030204" pitchFamily="34" charset="0"/>
              </a:rPr>
              <a:t>deep_copy</a:t>
            </a:r>
            <a:r>
              <a:rPr lang="en-IN" sz="1400" b="0" dirty="0">
                <a:latin typeface="Calibri" panose="020F0502020204030204" pitchFamily="34" charset="0"/>
                <a:ea typeface="Calibri" panose="020F0502020204030204" pitchFamily="34" charset="0"/>
                <a:cs typeface="Calibri" panose="020F0502020204030204" pitchFamily="34" charset="0"/>
              </a:rPr>
              <a:t>(), and display() methods must work with any parameterization.</a:t>
            </a:r>
          </a:p>
          <a:p>
            <a:pPr marL="285750" lvl="0" indent="-285750" algn="just">
              <a:buClr>
                <a:srgbClr val="009999"/>
              </a:buClr>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Task 3</a:t>
            </a:r>
            <a:r>
              <a:rPr lang="en-IN" sz="1400" b="0" dirty="0">
                <a:latin typeface="Calibri" panose="020F0502020204030204" pitchFamily="34" charset="0"/>
                <a:ea typeface="Calibri" panose="020F0502020204030204" pitchFamily="34" charset="0"/>
                <a:cs typeface="Calibri" panose="020F0502020204030204" pitchFamily="34" charset="0"/>
              </a:rPr>
              <a:t> - Parameterize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 and all four derived classes (</a:t>
            </a:r>
            <a:r>
              <a:rPr lang="en-IN" sz="1400" b="0" dirty="0" err="1">
                <a:latin typeface="Calibri" panose="020F0502020204030204" pitchFamily="34" charset="0"/>
                <a:ea typeface="Calibri" panose="020F0502020204030204" pitchFamily="34" charset="0"/>
                <a:cs typeface="Calibri" panose="020F0502020204030204" pitchFamily="34" charset="0"/>
              </a:rPr>
              <a:t>ReadHit</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ReadMiss</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WriteHit</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WriteMiss</a:t>
            </a:r>
            <a:r>
              <a:rPr lang="en-IN" sz="1400" b="0" dirty="0">
                <a:latin typeface="Calibri" panose="020F0502020204030204" pitchFamily="34" charset="0"/>
                <a:ea typeface="Calibri" panose="020F0502020204030204" pitchFamily="34" charset="0"/>
                <a:cs typeface="Calibri" panose="020F0502020204030204" pitchFamily="34" charset="0"/>
              </a:rPr>
              <a:t>) to work with the parameterized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They must accept a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of matching parameterization.</a:t>
            </a:r>
          </a:p>
          <a:p>
            <a:pPr marL="285750" lvl="0" indent="-285750" algn="just">
              <a:buClr>
                <a:srgbClr val="009999"/>
              </a:buClr>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Task 4</a:t>
            </a:r>
            <a:r>
              <a:rPr lang="en-IN" sz="1400" b="0" dirty="0">
                <a:latin typeface="Calibri" panose="020F0502020204030204" pitchFamily="34" charset="0"/>
                <a:ea typeface="Calibri" panose="020F0502020204030204" pitchFamily="34" charset="0"/>
                <a:cs typeface="Calibri" panose="020F0502020204030204" pitchFamily="34" charset="0"/>
              </a:rPr>
              <a:t> - Testbench: create an L1 configuration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#(64, 32)) and an L2 configuration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#(128, 48)). Run transactions against both. Confirm the line sizes and tag widths are correct for each.</a:t>
            </a:r>
          </a:p>
          <a:p>
            <a:pPr marL="285750" lvl="0" indent="-285750" algn="just">
              <a:buClr>
                <a:srgbClr val="009999"/>
              </a:buClr>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Task 5</a:t>
            </a:r>
            <a:r>
              <a:rPr lang="en-IN" sz="1400" b="0" dirty="0">
                <a:latin typeface="Calibri" panose="020F0502020204030204" pitchFamily="34" charset="0"/>
                <a:ea typeface="Calibri" panose="020F0502020204030204" pitchFamily="34" charset="0"/>
                <a:cs typeface="Calibri" panose="020F0502020204030204" pitchFamily="34" charset="0"/>
              </a:rPr>
              <a:t> - Testbench: verify that static </a:t>
            </a:r>
            <a:r>
              <a:rPr lang="en-IN" sz="1400" b="0" dirty="0" err="1">
                <a:latin typeface="Calibri" panose="020F0502020204030204" pitchFamily="34" charset="0"/>
                <a:ea typeface="Calibri" panose="020F0502020204030204" pitchFamily="34" charset="0"/>
                <a:cs typeface="Calibri" panose="020F0502020204030204" pitchFamily="34" charset="0"/>
              </a:rPr>
              <a:t>txn_count</a:t>
            </a:r>
            <a:r>
              <a:rPr lang="en-IN" sz="1400" b="0" dirty="0">
                <a:latin typeface="Calibri" panose="020F0502020204030204" pitchFamily="34" charset="0"/>
                <a:ea typeface="Calibri" panose="020F0502020204030204" pitchFamily="34" charset="0"/>
                <a:cs typeface="Calibri" panose="020F0502020204030204" pitchFamily="34" charset="0"/>
              </a:rPr>
              <a:t> is tracked per specialization. L1 transactions and L2 transactions must have independent counters.</a:t>
            </a:r>
          </a:p>
          <a:p>
            <a:pPr marL="285750" lvl="0" indent="-285750" algn="just">
              <a:buClr>
                <a:srgbClr val="009999"/>
              </a:buClr>
              <a:buFont typeface="Arial" panose="020B0604020202020204" pitchFamily="34" charset="0"/>
              <a:buChar char="•"/>
            </a:pPr>
            <a:r>
              <a:rPr lang="en-IN" sz="1400" dirty="0">
                <a:latin typeface="Calibri" panose="020F0502020204030204" pitchFamily="34" charset="0"/>
                <a:ea typeface="Calibri" panose="020F0502020204030204" pitchFamily="34" charset="0"/>
                <a:cs typeface="Calibri" panose="020F0502020204030204" pitchFamily="34" charset="0"/>
              </a:rPr>
              <a:t>Task 6</a:t>
            </a:r>
            <a:r>
              <a:rPr lang="en-IN" sz="1400" b="0" dirty="0">
                <a:latin typeface="Calibri" panose="020F0502020204030204" pitchFamily="34" charset="0"/>
                <a:ea typeface="Calibri" panose="020F0502020204030204" pitchFamily="34" charset="0"/>
                <a:cs typeface="Calibri" panose="020F0502020204030204" pitchFamily="34" charset="0"/>
              </a:rPr>
              <a:t> - Testbench: attempt to pass an L2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to an L1 transaction's execute(). Observe the compiler's response. Explain why parameterized type safety prevents this.</a:t>
            </a:r>
          </a:p>
          <a:p>
            <a:pPr marL="0" indent="0"/>
            <a:endParaRPr lang="en-IN" sz="1400" b="0" i="1" dirty="0">
              <a:latin typeface="Calibri" panose="020F0502020204030204" pitchFamily="34" charset="0"/>
              <a:ea typeface="Calibri" panose="020F0502020204030204" pitchFamily="34" charset="0"/>
              <a:cs typeface="Calibri" panose="020F0502020204030204" pitchFamily="34" charset="0"/>
            </a:endParaRPr>
          </a:p>
          <a:p>
            <a:pPr marL="0" lvl="2" indent="11113" algn="just">
              <a:buNone/>
            </a:pPr>
            <a:endParaRPr lang="en-IN" sz="1200" b="0" i="1" dirty="0">
              <a:latin typeface="Calibri" panose="020F0502020204030204" pitchFamily="34" charset="0"/>
              <a:ea typeface="Calibri" panose="020F0502020204030204" pitchFamily="34" charset="0"/>
              <a:cs typeface="Calibri" panose="020F0502020204030204" pitchFamily="34" charset="0"/>
            </a:endParaRP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7204374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63A6E-2A06-AFF5-68BB-661465BA0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15EEE-34BF-973F-4CDB-9C753FEE9ED0}"/>
              </a:ext>
            </a:extLst>
          </p:cNvPr>
          <p:cNvSpPr>
            <a:spLocks noGrp="1"/>
          </p:cNvSpPr>
          <p:nvPr>
            <p:ph type="title"/>
          </p:nvPr>
        </p:nvSpPr>
        <p:spPr>
          <a:xfrm>
            <a:off x="594729" y="184531"/>
            <a:ext cx="10515600" cy="524770"/>
          </a:xfrm>
        </p:spPr>
        <p:txBody>
          <a:bodyPr>
            <a:normAutofit/>
          </a:bodyPr>
          <a:lstStyle/>
          <a:p>
            <a:r>
              <a:rPr lang="en-IN" sz="3400" dirty="0"/>
              <a:t>LAB14: Key Learnings</a:t>
            </a:r>
          </a:p>
        </p:txBody>
      </p:sp>
      <p:sp>
        <p:nvSpPr>
          <p:cNvPr id="4" name="Content Placeholder 3">
            <a:extLst>
              <a:ext uri="{FF2B5EF4-FFF2-40B4-BE49-F238E27FC236}">
                <a16:creationId xmlns:a16="http://schemas.microsoft.com/office/drawing/2014/main" id="{42946613-2F40-7AFD-A95E-24464C0A471F}"/>
              </a:ext>
            </a:extLst>
          </p:cNvPr>
          <p:cNvSpPr>
            <a:spLocks noGrp="1"/>
          </p:cNvSpPr>
          <p:nvPr>
            <p:ph idx="1"/>
          </p:nvPr>
        </p:nvSpPr>
        <p:spPr>
          <a:xfrm>
            <a:off x="594730" y="873354"/>
            <a:ext cx="10816982" cy="5386440"/>
          </a:xfrm>
        </p:spPr>
        <p:txBody>
          <a:bodyPr>
            <a:noAutofit/>
          </a:bodyPr>
          <a:lstStyle/>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Parameters eliminate duplication at the source.</a:t>
            </a:r>
            <a:r>
              <a:rPr lang="en-IN" sz="1400" b="0" dirty="0">
                <a:latin typeface="Calibri" panose="020F0502020204030204" pitchFamily="34" charset="0"/>
                <a:ea typeface="Calibri" panose="020F0502020204030204" pitchFamily="34" charset="0"/>
                <a:cs typeface="Calibri" panose="020F0502020204030204" pitchFamily="34" charset="0"/>
              </a:rPr>
              <a:t> One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#(N, W) replaces every hand-copied variant. A bug fix in the template reaches every specialization.</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Each specialization is a distinct type.</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#(64, 32) and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#(128, 48) are not interchangeable. The compiler enforces this. You cannot accidentally pass an L2 line to an L1 transaction.</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Static members are per-specialization.</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#(64,32)::txn_count and </a:t>
            </a:r>
            <a:r>
              <a:rPr lang="en-IN" sz="1400" b="0" dirty="0" err="1">
                <a:latin typeface="Calibri" panose="020F0502020204030204" pitchFamily="34" charset="0"/>
                <a:ea typeface="Calibri" panose="020F0502020204030204" pitchFamily="34" charset="0"/>
                <a:cs typeface="Calibri" panose="020F0502020204030204" pitchFamily="34" charset="0"/>
              </a:rPr>
              <a:t>CacheTransaction</a:t>
            </a:r>
            <a:r>
              <a:rPr lang="en-IN" sz="1400" b="0" dirty="0">
                <a:latin typeface="Calibri" panose="020F0502020204030204" pitchFamily="34" charset="0"/>
                <a:ea typeface="Calibri" panose="020F0502020204030204" pitchFamily="34" charset="0"/>
                <a:cs typeface="Calibri" panose="020F0502020204030204" pitchFamily="34" charset="0"/>
              </a:rPr>
              <a:t>#(128,48)::txn_count are separate counters. Each specialization gets its own copy of static state.</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Default parameters preserve backward compatibility.</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behaves exactly like the old </a:t>
            </a:r>
            <a:r>
              <a:rPr lang="en-IN" sz="1400" b="0" dirty="0" err="1">
                <a:latin typeface="Calibri" panose="020F0502020204030204" pitchFamily="34" charset="0"/>
                <a:ea typeface="Calibri" panose="020F0502020204030204" pitchFamily="34" charset="0"/>
                <a:cs typeface="Calibri" panose="020F0502020204030204" pitchFamily="34" charset="0"/>
              </a:rPr>
              <a:t>CacheLine</a:t>
            </a:r>
            <a:r>
              <a:rPr lang="en-IN" sz="1400" b="0" dirty="0">
                <a:latin typeface="Calibri" panose="020F0502020204030204" pitchFamily="34" charset="0"/>
                <a:ea typeface="Calibri" panose="020F0502020204030204" pitchFamily="34" charset="0"/>
                <a:cs typeface="Calibri" panose="020F0502020204030204" pitchFamily="34" charset="0"/>
              </a:rPr>
              <a:t> from LAB13. Existing code does not break.</a:t>
            </a:r>
          </a:p>
          <a:p>
            <a:pPr marL="285750" lvl="0" indent="-285750" algn="just">
              <a:buClr>
                <a:srgbClr val="009999"/>
              </a:buClr>
              <a:buFont typeface="Wingdings" panose="05000000000000000000" pitchFamily="2" charset="2"/>
              <a:buChar char="§"/>
            </a:pPr>
            <a:r>
              <a:rPr lang="en-IN" sz="1400" dirty="0">
                <a:latin typeface="Calibri" panose="020F0502020204030204" pitchFamily="34" charset="0"/>
                <a:ea typeface="Calibri" panose="020F0502020204030204" pitchFamily="34" charset="0"/>
                <a:cs typeface="Calibri" panose="020F0502020204030204" pitchFamily="34" charset="0"/>
              </a:rPr>
              <a:t>Type parameters generalize beyond values.</a:t>
            </a:r>
            <a:r>
              <a:rPr lang="en-IN" sz="1400" b="0" dirty="0">
                <a:latin typeface="Calibri" panose="020F0502020204030204" pitchFamily="34" charset="0"/>
                <a:ea typeface="Calibri" panose="020F0502020204030204" pitchFamily="34" charset="0"/>
                <a:cs typeface="Calibri" panose="020F0502020204030204" pitchFamily="34" charset="0"/>
              </a:rPr>
              <a:t> </a:t>
            </a:r>
            <a:r>
              <a:rPr lang="en-IN" sz="1400" b="0" dirty="0" err="1">
                <a:latin typeface="Calibri" panose="020F0502020204030204" pitchFamily="34" charset="0"/>
                <a:ea typeface="Calibri" panose="020F0502020204030204" pitchFamily="34" charset="0"/>
                <a:cs typeface="Calibri" panose="020F0502020204030204" pitchFamily="34" charset="0"/>
              </a:rPr>
              <a:t>LineMetadata</a:t>
            </a:r>
            <a:r>
              <a:rPr lang="en-IN" sz="1400" b="0" dirty="0">
                <a:latin typeface="Calibri" panose="020F0502020204030204" pitchFamily="34" charset="0"/>
                <a:ea typeface="Calibri" panose="020F0502020204030204" pitchFamily="34" charset="0"/>
                <a:cs typeface="Calibri" panose="020F0502020204030204" pitchFamily="34" charset="0"/>
              </a:rPr>
              <a:t>#(longint unsigned) changes the timestamp precision without touching the logic. The class adapts to the type, not the other way around.</a:t>
            </a:r>
          </a:p>
          <a:p>
            <a:pPr marL="0" indent="0"/>
            <a:endParaRPr lang="en-IN" sz="1400" b="0" i="1" dirty="0">
              <a:latin typeface="Calibri" panose="020F0502020204030204" pitchFamily="34" charset="0"/>
              <a:ea typeface="Calibri" panose="020F0502020204030204" pitchFamily="34" charset="0"/>
              <a:cs typeface="Calibri" panose="020F0502020204030204" pitchFamily="34" charset="0"/>
            </a:endParaRPr>
          </a:p>
          <a:p>
            <a:pPr marL="0" lvl="2" indent="11113" algn="just">
              <a:buNone/>
            </a:pPr>
            <a:endParaRPr lang="en-IN" sz="1200" b="0" i="1" dirty="0">
              <a:latin typeface="Calibri" panose="020F0502020204030204" pitchFamily="34" charset="0"/>
              <a:ea typeface="Calibri" panose="020F0502020204030204" pitchFamily="34" charset="0"/>
              <a:cs typeface="Calibri" panose="020F0502020204030204" pitchFamily="34" charset="0"/>
            </a:endParaRPr>
          </a:p>
          <a:p>
            <a:pPr marL="0" indent="0" algn="r"/>
            <a:endParaRPr lang="en-IN" sz="1400" b="0" i="1" dirty="0">
              <a:latin typeface="Calibri" panose="020F0502020204030204" pitchFamily="34" charset="0"/>
              <a:ea typeface="Calibri" panose="020F0502020204030204" pitchFamily="34" charset="0"/>
              <a:cs typeface="Calibri" panose="020F0502020204030204" pitchFamily="34" charset="0"/>
            </a:endParaRP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0687692"/>
      </p:ext>
    </p:extLst>
  </p:cSld>
  <p:clrMapOvr>
    <a:masterClrMapping/>
  </p:clrMapOvr>
  <p:transition>
    <p:fade/>
  </p:transition>
</p:sld>
</file>

<file path=ppt/theme/theme1.xml><?xml version="1.0" encoding="utf-8"?>
<a:theme xmlns:a="http://schemas.openxmlformats.org/drawingml/2006/main" name="Siemens">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mens" id="{63A82FF9-F6FB-4B92-8755-B5DFABCA1C1D}" vid="{686C7B56-9A12-48B6-9926-6E6E9CE88354}"/>
    </a:ext>
  </a:extLst>
</a:theme>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emplate>U3-1_SV_Intro_DataTypes</Template>
  <TotalTime>4266</TotalTime>
  <Words>2812</Words>
  <Application>Microsoft Office PowerPoint</Application>
  <PresentationFormat>Widescreen</PresentationFormat>
  <Paragraphs>121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Tahoma</vt:lpstr>
      <vt:lpstr>Wingdings</vt:lpstr>
      <vt:lpstr>Siemens</vt:lpstr>
      <vt:lpstr>System Verilog Lab 05</vt:lpstr>
      <vt:lpstr>LAB12: The Cache Controller</vt:lpstr>
      <vt:lpstr>LAB12: The Cache Controller</vt:lpstr>
      <vt:lpstr>LAB12: The Cache Controller</vt:lpstr>
      <vt:lpstr>LAB12: System Requirements</vt:lpstr>
      <vt:lpstr>LAB12: Key Learnings</vt:lpstr>
      <vt:lpstr>LAB13: The Eviction Log</vt:lpstr>
      <vt:lpstr>LAB13: The Eviction Log</vt:lpstr>
      <vt:lpstr>LAB13: System Requirements</vt:lpstr>
      <vt:lpstr>LAB13: Key Learnings</vt:lpstr>
      <vt:lpstr>LAB14: The Rigid Line</vt:lpstr>
      <vt:lpstr>LAB14: System Requirements</vt:lpstr>
      <vt:lpstr>LAB14: Key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Ansari, Asif (DI SW EDA IC DVT RD IN QVIP USB MIPI)</dc:creator>
  <cp:lastModifiedBy>Ansari, Asif (DI SW EDA IC DVT RD IN QVIP USB MIPI)</cp:lastModifiedBy>
  <cp:revision>11</cp:revision>
  <dcterms:created xsi:type="dcterms:W3CDTF">2026-07-27T12:41:25Z</dcterms:created>
  <dcterms:modified xsi:type="dcterms:W3CDTF">2026-10-30T05:10:14Z</dcterms:modified>
</cp:coreProperties>
</file>